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68" r:id="rId4"/>
    <p:sldId id="273" r:id="rId5"/>
    <p:sldId id="269" r:id="rId6"/>
    <p:sldId id="272" r:id="rId7"/>
    <p:sldId id="258" r:id="rId8"/>
    <p:sldId id="259" r:id="rId9"/>
    <p:sldId id="260" r:id="rId10"/>
    <p:sldId id="261" r:id="rId11"/>
    <p:sldId id="270" r:id="rId12"/>
    <p:sldId id="27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2BFE7-A5E5-4863-8EB4-1F36924D31B0}" v="1" dt="2026-10-23T18:17:09.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 Gonzalez" userId="54acd7a3e2bb7887" providerId="LiveId" clId="{E084083E-EB96-45A3-9CC5-722D1EE419EF}"/>
    <pc:docChg chg="modSld">
      <pc:chgData name="TY Gonzalez" userId="54acd7a3e2bb7887" providerId="LiveId" clId="{E084083E-EB96-45A3-9CC5-722D1EE419EF}" dt="2026-10-23T18:17:09.693" v="0"/>
      <pc:docMkLst>
        <pc:docMk/>
      </pc:docMkLst>
      <pc:sldChg chg="modSp">
        <pc:chgData name="TY Gonzalez" userId="54acd7a3e2bb7887" providerId="LiveId" clId="{E084083E-EB96-45A3-9CC5-722D1EE419EF}" dt="2026-10-23T18:17:09.693" v="0"/>
        <pc:sldMkLst>
          <pc:docMk/>
          <pc:sldMk cId="480031963" sldId="264"/>
        </pc:sldMkLst>
        <pc:spChg chg="mod">
          <ac:chgData name="TY Gonzalez" userId="54acd7a3e2bb7887" providerId="LiveId" clId="{E084083E-EB96-45A3-9CC5-722D1EE419EF}" dt="2026-10-23T18:17:09.693" v="0"/>
          <ac:spMkLst>
            <pc:docMk/>
            <pc:sldMk cId="480031963" sldId="264"/>
            <ac:spMk id="10" creationId="{D80EE358-9FC3-4F6E-8E51-26F39F7512C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0:00-2:00</a:t>
            </a:r>
          </a:p>
          <a:p>
            <a:r>
              <a:t>LEAD Both presenters</a:t>
            </a:r>
          </a:p>
          <a:p>
            <a:endParaRPr/>
          </a:p>
          <a:p>
            <a:r>
              <a:t>WELCOME</a:t>
            </a:r>
          </a:p>
          <a:p>
            <a:r>
              <a:t>Introduce yourselves through the two perspectives represented in the room: faculty work and staff work. Frame the session as practical and tool-flexible.</a:t>
            </a:r>
          </a:p>
          <a:p>
            <a:endParaRPr/>
          </a:p>
          <a:p>
            <a:r>
              <a:t>SAY</a:t>
            </a:r>
          </a:p>
          <a:p>
            <a:r>
              <a:t>Everything demonstrated today can be done with the MCC version of Copilot. Paid tools may add convenience, but they are not required.</a:t>
            </a:r>
          </a:p>
          <a:p>
            <a:endParaRPr/>
          </a:p>
          <a:p>
            <a:r>
              <a:t>TRANSITION</a:t>
            </a:r>
          </a:p>
          <a:p>
            <a:r>
              <a:t>We want every person to leave with one realistic workflow to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2:00-5:00</a:t>
            </a:r>
          </a:p>
          <a:p>
            <a:r>
              <a:t>LEAD Dr. Gonzalez</a:t>
            </a:r>
          </a:p>
          <a:p>
            <a:endParaRPr/>
          </a:p>
          <a:p>
            <a:r>
              <a:t>DO</a:t>
            </a:r>
          </a:p>
          <a:p>
            <a:r>
              <a:t>Ask for a show of hands for the three experience levels. Normalize the full range.</a:t>
            </a:r>
          </a:p>
          <a:p>
            <a:endParaRPr/>
          </a:p>
          <a:p>
            <a:r>
              <a:t>SAY</a:t>
            </a:r>
          </a:p>
          <a:p>
            <a:r>
              <a:t>Choose your own level of challenge today. New users can follow the prompt starter. Experienced users can add comparison, revision, or critique steps.</a:t>
            </a:r>
          </a:p>
          <a:p>
            <a:endParaRPr/>
          </a:p>
          <a:p>
            <a:r>
              <a:t>ACCESS OPTION</a:t>
            </a:r>
          </a:p>
          <a:p>
            <a:r>
              <a:t>Anyone without a device or account can write a prompt on paper and analyze the sample output with a partner.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3 minutes (added)</a:t>
            </a:r>
          </a:p>
          <a:p>
            <a:r>
              <a:t>LEAD Ted Gonzalez</a:t>
            </a:r>
          </a:p>
          <a:p>
            <a:endParaRPr/>
          </a:p>
          <a:p>
            <a:r>
              <a:t>TEACH</a:t>
            </a:r>
          </a:p>
          <a:p>
            <a:r>
              <a:t>MCC's AI policy for student coursework is in the Faculty/Part-time Instructors Handbook, Section 1.11. Instructors retain full authority over if, when, and how students may use AI. The AI Stoplight Framework gives them shared language: Red (no AI), Yellow (restricted, instructor-defined), Green (full use with disclosure).</a:t>
            </a:r>
          </a:p>
          <a:p>
            <a:endParaRPr/>
          </a:p>
          <a:p>
            <a:r>
              <a:t>EMPHASIZE</a:t>
            </a:r>
          </a:p>
          <a:p>
            <a:r>
              <a:t>Whatever level an instructor picks, students are still expected to uphold the Academic Integrity Policy, disclose AI use when required, cite AI tools, and verify AI output. Faculty are encouraged to name their level in the syllabus and the course shell. The Syllabus Builder on the course site has red, yellow, and green AI statements ready to use.</a:t>
            </a:r>
          </a:p>
          <a:p>
            <a:endParaRPr/>
          </a:p>
          <a:p>
            <a:r>
              <a:t>CITE</a:t>
            </a:r>
          </a:p>
          <a:p>
            <a:r>
              <a:t>MCC Faculty/Part-time Instructors Handbook, Version 11, effective 09/01/2025, Section 1.11 "Use of Artificial Intelligence," pp. 12-13.</a:t>
            </a:r>
          </a:p>
          <a:p>
            <a:endParaRPr/>
          </a:p>
          <a:p>
            <a:r>
              <a:t>BEFORE PRESENTING</a:t>
            </a:r>
          </a:p>
          <a:p>
            <a:r>
              <a:t>The handbook's "Click here for the full AI Stoplight Framework" line has no working link in the PDF. Find the full framework document so you can point faculty to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2 minutes (added)</a:t>
            </a:r>
          </a:p>
          <a:p>
            <a:r>
              <a:t>LEAD Ted Gonzalez</a:t>
            </a:r>
          </a:p>
          <a:p>
            <a:endParaRPr/>
          </a:p>
          <a:p>
            <a:r>
              <a:t>TEACH</a:t>
            </a:r>
          </a:p>
          <a:p>
            <a:r>
              <a:t>The second half of Section 1.11 covers faculty and staff use of AI in teaching and course design. Three expectations: protect student privacy (no names, ID numbers, grades, or other PII in AI tools); avoid uploading student work (strongly discouraged, because MCC cannot control how outside platforms store or use it); and be transparent with students when AI-generated content appears in course materials.</a:t>
            </a:r>
          </a:p>
          <a:p>
            <a:endParaRPr/>
          </a:p>
          <a:p>
            <a:r>
              <a:t>CONNECT</a:t>
            </a:r>
          </a:p>
          <a:p>
            <a:r>
              <a:t>This is the policy behind everything else today. It is why the prompt starter and the workflows use de-identified examples, and why the next slides go into what the law protects and what data can go into which tool.</a:t>
            </a:r>
          </a:p>
          <a:p>
            <a:endParaRPr/>
          </a:p>
          <a:p>
            <a:r>
              <a:t>ALSO IN FORCE</a:t>
            </a:r>
          </a:p>
          <a:p>
            <a:r>
              <a:t>Procedure CR-I, Technology Resources (rev. 08/26/2025), still governs college systems and the data in them, and references FERPA and MCC data classification.</a:t>
            </a:r>
          </a:p>
          <a:p>
            <a:endParaRPr/>
          </a:p>
          <a:p>
            <a:r>
              <a:t>CITE</a:t>
            </a:r>
          </a:p>
          <a:p>
            <a:r>
              <a:t>MCC Faculty/Part-time Instructors Handbook, Version 11, Section 1.11, p. 13. MCC Procedure CR-I: https://www.mclennan.edu/employees/procedure-manual/docs/C/CR-I.pdf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3 minutes (added)</a:t>
            </a:r>
          </a:p>
          <a:p>
            <a:r>
              <a:t>LEAD Ted Gonzalez</a:t>
            </a:r>
          </a:p>
          <a:p>
            <a:endParaRPr/>
          </a:p>
          <a:p>
            <a:r>
              <a:t>NOTE</a:t>
            </a:r>
          </a:p>
          <a:p>
            <a:r>
              <a:t>Do not confuse this with the handbook's AI Stoplight Framework two slides back. The Stoplight sets how students may use AI in a course. This slide is about what data an employee may put into an AI tool. Same colors, different question. Say that out loud.</a:t>
            </a:r>
          </a:p>
          <a:p>
            <a:endParaRPr/>
          </a:p>
          <a:p>
            <a:r>
              <a:t>TEACH</a:t>
            </a:r>
          </a:p>
          <a:p>
            <a:r>
              <a:t>Green is already public: any tool. Yellow is internal but not about a person: MCC-licensed tools only, signed in with your MCC account. Red is about a person: no AI tool.</a:t>
            </a:r>
          </a:p>
          <a:p>
            <a:endParaRPr/>
          </a:p>
          <a:p>
            <a:r>
              <a:t>SIGN-IN CHECK</a:t>
            </a:r>
          </a:p>
          <a:p>
            <a:r>
              <a:t>If you did not sign in with your MCC account, treat it as publishing to the open internet. Protection attaches to the authenticated session, not the logo on the page.</a:t>
            </a:r>
          </a:p>
          <a:p>
            <a:endParaRPr/>
          </a:p>
          <a:p>
            <a:r>
              <a:t>ASK</a:t>
            </a:r>
          </a:p>
          <a:p>
            <a:r>
              <a:t>Have the room call out two or three of their own tasks and sort them aloud. Connect back to Pause First on the earlier slide.</a:t>
            </a:r>
          </a:p>
          <a:p>
            <a:endParaRPr/>
          </a:p>
          <a:p>
            <a:r>
              <a:t>OPTIONAL</a:t>
            </a:r>
          </a:p>
          <a:p>
            <a:r>
              <a:t>The Sort It Yourself game on the course site's Legal Boundaries page takes about 6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3 minutes (added)</a:t>
            </a:r>
          </a:p>
          <a:p>
            <a:r>
              <a:t>LEAD Ted Gonzalez</a:t>
            </a:r>
          </a:p>
          <a:p>
            <a:endParaRPr/>
          </a:p>
          <a:p>
            <a:r>
              <a:t>TEACH</a:t>
            </a:r>
          </a:p>
          <a:p>
            <a:r>
              <a:t>Five regimes in plain language. Make the category the stop sign, not the statute.</a:t>
            </a:r>
          </a:p>
          <a:p>
            <a:endParaRPr/>
          </a:p>
          <a:p>
            <a:r>
              <a:t>EMPHASIZE GLBA</a:t>
            </a:r>
          </a:p>
          <a:p>
            <a:r>
              <a:t>GLBA is the one with teeth. It reaches MCC because institutions that administer Title IV aid are treated as financial institutions under the FTC Safeguards Rule (16 CFR Part 314, fully enforceable since June 9, 2023). Pasting an ISIR into a free chatbot hands aid data to a company MCC never vetted. FERPA worst case: a letter from the Department of Education. GLBA worst case: our ability to give students financial aid.</a:t>
            </a:r>
          </a:p>
          <a:p>
            <a:endParaRPr/>
          </a:p>
          <a:p>
            <a:r>
              <a:t>BE HONEST ABOUT FERPA</a:t>
            </a:r>
          </a:p>
          <a:p>
            <a:r>
              <a:t>No private right of action (Gonzaga v. Doe), and ED has never withdrawn funding. Overstating it costs you the room.</a:t>
            </a:r>
          </a:p>
          <a:p>
            <a:endParaRPr/>
          </a:p>
          <a:p>
            <a:r>
              <a:t>PUBLIC RECORDS</a:t>
            </a:r>
          </a:p>
          <a:p>
            <a:r>
              <a:t>MCC is a governmental body. Prompts and outputs created on college business are very likely public information under Gov't Code ch. 552 and subject to records retention. A personal account does not take the record out of reach. Write every prompt as though it could be printed in the Waco Tribune-Herald.</a:t>
            </a:r>
          </a:p>
          <a:p>
            <a:endParaRPr/>
          </a:p>
          <a:p>
            <a:r>
              <a:t>NO AI NOTETAKERS</a:t>
            </a:r>
          </a:p>
          <a:p>
            <a:r>
              <a:t>Never in advising, counseling, Title IX, conduct, HR investigation, or grievance meetings.</a:t>
            </a:r>
          </a:p>
          <a:p>
            <a:endParaRPr/>
          </a:p>
          <a:p>
            <a:r>
              <a:t>CAVEAT</a:t>
            </a:r>
          </a:p>
          <a:p>
            <a:r>
              <a:t>Working guidance, not legal advice. Specific questions go to General Counsel.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5:00-8:00</a:t>
            </a:r>
          </a:p>
          <a:p>
            <a:r>
              <a:t>LEAD Dr. Gonzalez</a:t>
            </a:r>
          </a:p>
          <a:p>
            <a:endParaRPr/>
          </a:p>
          <a:p>
            <a:r>
              <a:t>TEACH</a:t>
            </a:r>
          </a:p>
          <a:p>
            <a:r>
              <a:t>Introduce the four-step framework: Choose, Prompt, Check, Own. Use it as the verbal spine of the entire session.</a:t>
            </a:r>
          </a:p>
          <a:p>
            <a:endParaRPr/>
          </a:p>
          <a:p>
            <a:r>
              <a:t>EMPHASIZE</a:t>
            </a:r>
          </a:p>
          <a:p>
            <a:r>
              <a:t>The final step is accountability. AI can draft, sort, summarize, or suggest. An MCC employee decides what is accurate, appropriate, and ready to use.</a:t>
            </a:r>
          </a:p>
          <a:p>
            <a:endParaRPr/>
          </a:p>
          <a:p>
            <a:r>
              <a:t>TRANSITION</a:t>
            </a:r>
          </a:p>
          <a:p>
            <a:r>
              <a:t>Start by choosing work where assistance is genuinely useful.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8:00-12:00</a:t>
            </a:r>
          </a:p>
          <a:p>
            <a:r>
              <a:t>LEAD Staff co-presenter</a:t>
            </a:r>
          </a:p>
          <a:p>
            <a:endParaRPr/>
          </a:p>
          <a:p>
            <a:r>
              <a:t>TEACH</a:t>
            </a:r>
          </a:p>
          <a:p>
            <a:r>
              <a:t>Use familiar campus examples. Good fits include first drafts, reorganizing notes, generating options, plain-language revision, and preparing checklists.</a:t>
            </a:r>
          </a:p>
          <a:p>
            <a:endParaRPr/>
          </a:p>
          <a:p>
            <a:r>
              <a:t>CAUTION</a:t>
            </a:r>
          </a:p>
          <a:p>
            <a:r>
              <a:t>Do not enter protected student, employee, health, financial, or other sensitive information. Follow MCC policy and the approved tool environment.</a:t>
            </a:r>
          </a:p>
          <a:p>
            <a:endParaRPr/>
          </a:p>
          <a:p>
            <a:r>
              <a:t>ASK</a:t>
            </a:r>
          </a:p>
          <a:p>
            <a:r>
              <a:t>Invite one faculty example and one staff example from the room. Quickly classify each as good fit or pause first.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12:00-17:00</a:t>
            </a:r>
          </a:p>
          <a:p>
            <a:r>
              <a:t>LEAD Dr. Gonzalez</a:t>
            </a:r>
          </a:p>
          <a:p>
            <a:endParaRPr/>
          </a:p>
          <a:p>
            <a:r>
              <a:t>TEACH</a:t>
            </a:r>
          </a:p>
          <a:p>
            <a:r>
              <a:t>Present the four-part prompt as a workplace brief, not a magic phrase. People already give colleagues purpose, context, constraints, and a deliverable. AI needs the same clarity.</a:t>
            </a:r>
          </a:p>
          <a:p>
            <a:endParaRPr/>
          </a:p>
          <a:p>
            <a:r>
              <a:t>MODEL</a:t>
            </a:r>
          </a:p>
          <a:p>
            <a:r>
              <a:t>Build a quick prompt aloud using a neutral campus task. Keep the source information free of private or sensitive data.</a:t>
            </a:r>
          </a:p>
          <a:p>
            <a:endParaRPr/>
          </a:p>
          <a:p>
            <a:r>
              <a:t>NOVICE OPTION</a:t>
            </a:r>
          </a:p>
          <a:p>
            <a:r>
              <a:t>Copy the starter exactly and fill the brackets.</a:t>
            </a:r>
          </a:p>
          <a:p>
            <a:endParaRPr/>
          </a:p>
          <a:p>
            <a:r>
              <a:t>STRETCH OPTION</a:t>
            </a:r>
          </a:p>
          <a:p>
            <a:r>
              <a:t>Add an audience, success criteria, examples, or a request for two alternatives.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17:00-20:00</a:t>
            </a:r>
          </a:p>
          <a:p>
            <a:r>
              <a:t>LEAD Both presenters</a:t>
            </a:r>
          </a:p>
          <a:p>
            <a:endParaRPr/>
          </a:p>
          <a:p>
            <a:r>
              <a:t>DO</a:t>
            </a:r>
          </a:p>
          <a:p>
            <a:r>
              <a:t>Read the vague prompt first. Ask what the tool would have to guess. Then reveal or read the useful version.</a:t>
            </a:r>
          </a:p>
          <a:p>
            <a:endParaRPr/>
          </a:p>
          <a:p>
            <a:r>
              <a:t>POINT OUT</a:t>
            </a:r>
          </a:p>
          <a:p>
            <a:r>
              <a:t>The second prompt gives a purpose, audience context, length and tone constraints, and a requested ending. It still requires a human to confirm dates, links, policy, and voice.</a:t>
            </a:r>
          </a:p>
          <a:p>
            <a:endParaRPr/>
          </a:p>
          <a:p>
            <a:r>
              <a:t>HANDOFF</a:t>
            </a:r>
          </a:p>
          <a:p>
            <a:r>
              <a:t>Dr. Gonzalez moves to a faculty example. The staff co-presenter follows with a staff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2 minutes (added)</a:t>
            </a:r>
          </a:p>
          <a:p>
            <a:r>
              <a:t>LEAD Ted Gonzalez</a:t>
            </a:r>
          </a:p>
          <a:p>
            <a:endParaRPr/>
          </a:p>
          <a:p>
            <a:r>
              <a:t>DO</a:t>
            </a:r>
          </a:p>
          <a:p>
            <a:r>
              <a:t>Read the weak prompt first, then the strong one. This is a staff example to pair with the registration example on the previous slide.</a:t>
            </a:r>
          </a:p>
          <a:p>
            <a:endParaRPr/>
          </a:p>
          <a:p>
            <a:r>
              <a:t>ASK</a:t>
            </a:r>
          </a:p>
          <a:p>
            <a:r>
              <a:t>Which parts are doing the work? The room will name the frustration line, and they are right. The audience's emotional state changes the output more than almost anything.</a:t>
            </a:r>
          </a:p>
          <a:p>
            <a:endParaRPr/>
          </a:p>
          <a:p>
            <a:r>
              <a:t>POINT OUT</a:t>
            </a:r>
          </a:p>
          <a:p>
            <a:r>
              <a:t>It still maps to the brief: purpose (email 40 faculty), context (third change, frustrated), constraints (matter-of-fact, under 150 words), output (three steps).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3 minutes (added)</a:t>
            </a:r>
          </a:p>
          <a:p>
            <a:r>
              <a:t>LEAD Ted Gonzalez</a:t>
            </a:r>
          </a:p>
          <a:p>
            <a:endParaRPr/>
          </a:p>
          <a:p>
            <a:r>
              <a:t>DO</a:t>
            </a:r>
          </a:p>
          <a:p>
            <a:r>
              <a:t>Context it cannot have. One example of your actual voice. Then talk back to the output instead of rewriting the prompt: name one specific thing that is wrong.</a:t>
            </a:r>
          </a:p>
          <a:p>
            <a:endParaRPr/>
          </a:p>
          <a:p>
            <a:r>
              <a:t>DON'T</a:t>
            </a:r>
          </a:p>
          <a:p>
            <a:r>
              <a:t>"Only use real sources," "Say I don't know," and "Be accurate, this is important" change the style, the hedging, and the tone. None of them changes whether the facts exist. Half the room has tried these. Name them without mockery.</a:t>
            </a:r>
          </a:p>
          <a:p>
            <a:endParaRPr/>
          </a:p>
          <a:p>
            <a:r>
              <a:t>WHEN TO STOP</a:t>
            </a:r>
          </a:p>
          <a:p>
            <a:r>
              <a:t>It needs facts only MCC has (give it the document). The judgment is the job (a student appeal, a performance conversation). Checking costs more than doing.</a:t>
            </a:r>
          </a:p>
          <a:p>
            <a:endParaRPr/>
          </a:p>
          <a:p>
            <a:r>
              <a:t>LAND IT</a:t>
            </a:r>
          </a:p>
          <a:p>
            <a:r>
              <a:t>Give it the document. Then check the output. Grounding plus your verification is where accuracy comes from.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20:00-24:00</a:t>
            </a:r>
          </a:p>
          <a:p>
            <a:r>
              <a:t>LEAD Dr. Gonzalez</a:t>
            </a:r>
          </a:p>
          <a:p>
            <a:endParaRPr/>
          </a:p>
          <a:p>
            <a:r>
              <a:t>DEMO</a:t>
            </a:r>
          </a:p>
          <a:p>
            <a:r>
              <a:t>Show a short before-and-after example of assignment directions. Explain the prompt choices aloud.</a:t>
            </a:r>
          </a:p>
          <a:p>
            <a:endParaRPr/>
          </a:p>
          <a:p>
            <a:r>
              <a:t>PROMPT EXAMPLE</a:t>
            </a:r>
          </a:p>
          <a:p>
            <a:r>
              <a:t>Reorganize these assignment directions for first-year students. Preserve every requirement and deadline. Use headings and a numbered sequence. Flag anything ambiguous instead of inventing details.</a:t>
            </a:r>
          </a:p>
          <a:p>
            <a:endParaRPr/>
          </a:p>
          <a:p>
            <a:r>
              <a:t>CHECK</a:t>
            </a:r>
          </a:p>
          <a:p>
            <a:r>
              <a:t>Confirm that learning outcomes, grading expectations, due dates, required resources, accessibility, and instructor voice remain correct.</a:t>
            </a:r>
          </a:p>
          <a:p>
            <a:endParaRPr/>
          </a:p>
          <a:p>
            <a:r>
              <a:t>LESSON</a:t>
            </a:r>
          </a:p>
          <a:p>
            <a:r>
              <a:t>AI can improve clarity. Faculty retain responsibility for the academic decision and final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24:00-28:00</a:t>
            </a:r>
          </a:p>
          <a:p>
            <a:r>
              <a:t>LEAD Staff co-presenter</a:t>
            </a:r>
          </a:p>
          <a:p>
            <a:endParaRPr/>
          </a:p>
          <a:p>
            <a:r>
              <a:t>DEMO</a:t>
            </a:r>
          </a:p>
          <a:p>
            <a:r>
              <a:t>Show how rough, de-identified notes can become a draft procedure, project update, or service checklist.</a:t>
            </a:r>
          </a:p>
          <a:p>
            <a:endParaRPr/>
          </a:p>
          <a:p>
            <a:r>
              <a:t>PROMPT EXAMPLE</a:t>
            </a:r>
          </a:p>
          <a:p>
            <a:r>
              <a:t>Turn these de-identified notes into a one-page procedure. Put the steps in order, identify missing information as questions, and separate employee actions from student-facing communication. Do not invent policy.</a:t>
            </a:r>
          </a:p>
          <a:p>
            <a:endParaRPr/>
          </a:p>
          <a:p>
            <a:r>
              <a:t>CHECK</a:t>
            </a:r>
          </a:p>
          <a:p>
            <a:r>
              <a:t>Confirm the correct process owner, current policy, accurate systems and links, feasible timing, and appropriate institutional voice.</a:t>
            </a:r>
          </a:p>
          <a:p>
            <a:endParaRPr/>
          </a:p>
          <a:p>
            <a:r>
              <a:t>LESSON</a:t>
            </a:r>
          </a:p>
          <a:p>
            <a:r>
              <a:t>AI can organize and surface gaps. Staff expertise determines whether the process will actually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28:00-35:00</a:t>
            </a:r>
          </a:p>
          <a:p>
            <a:r>
              <a:t>LEAD Both presenters</a:t>
            </a:r>
          </a:p>
          <a:p>
            <a:endParaRPr/>
          </a:p>
          <a:p>
            <a:r>
              <a:t>INSTRUCTIONS</a:t>
            </a:r>
          </a:p>
          <a:p>
            <a:r>
              <a:t>Participants select one recurring task, draft a prompt, and either try it in MCC Copilot or talk it through with a partner.</a:t>
            </a:r>
          </a:p>
          <a:p>
            <a:endParaRPr/>
          </a:p>
          <a:p>
            <a:r>
              <a:t>FACILITATION</a:t>
            </a:r>
          </a:p>
          <a:p>
            <a:r>
              <a:t>Dr. Gonzalez circulates first among faculty participants. The staff co-presenter circulates first among staff participants. Switch sides halfway through.</a:t>
            </a:r>
          </a:p>
          <a:p>
            <a:endParaRPr/>
          </a:p>
          <a:p>
            <a:r>
              <a:t>COACHING QUESTIONS</a:t>
            </a:r>
          </a:p>
          <a:p>
            <a:r>
              <a:t>What is the real purpose?</a:t>
            </a:r>
          </a:p>
          <a:p>
            <a:r>
              <a:t>What context is safe and necessary?</a:t>
            </a:r>
          </a:p>
          <a:p>
            <a:r>
              <a:t>What must the tool not change or assume?</a:t>
            </a:r>
          </a:p>
          <a:p>
            <a:r>
              <a:t>What output would save you a next step?</a:t>
            </a:r>
          </a:p>
          <a:p>
            <a:endParaRPr/>
          </a:p>
          <a:p>
            <a:r>
              <a:t>TIME CUE</a:t>
            </a:r>
          </a:p>
          <a:p>
            <a:r>
              <a:t>Give a two-minute warning.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35:00-41:00</a:t>
            </a:r>
          </a:p>
          <a:p>
            <a:r>
              <a:t>LEAD Staff co-presenter</a:t>
            </a:r>
          </a:p>
          <a:p>
            <a:endParaRPr/>
          </a:p>
          <a:p>
            <a:r>
              <a:t>TEACH</a:t>
            </a:r>
          </a:p>
          <a:p>
            <a:r>
              <a:t>Walk through the six checks quickly. Stress that fluent writing can still be wrong, incomplete, inappropriate, or risky.</a:t>
            </a:r>
          </a:p>
          <a:p>
            <a:endParaRPr/>
          </a:p>
          <a:p>
            <a:r>
              <a:t>PAIR CHECK</a:t>
            </a:r>
          </a:p>
          <a:p>
            <a:r>
              <a:t>Ask participants to exchange prompts or sample outputs with a neighbor. Each partner identifies one strength and one item that requires human verification.</a:t>
            </a:r>
          </a:p>
          <a:p>
            <a:endParaRPr/>
          </a:p>
          <a:p>
            <a:r>
              <a:t>PRIVACY REMINDER</a:t>
            </a:r>
          </a:p>
          <a:p>
            <a:r>
              <a:t>If real work contains private data, replace it with invented or de-identified information during practice.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41:00-47:00</a:t>
            </a:r>
          </a:p>
          <a:p>
            <a:r>
              <a:t>LEAD Both presenters</a:t>
            </a:r>
          </a:p>
          <a:p>
            <a:endParaRPr/>
          </a:p>
          <a:p>
            <a:r>
              <a:t>DO</a:t>
            </a:r>
          </a:p>
          <a:p>
            <a:r>
              <a:t>Direct participants to complete the five fields on the workflow handout. The slide acts as the visual prompt.</a:t>
            </a:r>
          </a:p>
          <a:p>
            <a:endParaRPr/>
          </a:p>
          <a:p>
            <a:r>
              <a:t>FACULTY LENS</a:t>
            </a:r>
          </a:p>
          <a:p>
            <a:r>
              <a:t>Connect the benefit to clearer learning, faster feedback preparation, or reduced administrative friction.</a:t>
            </a:r>
          </a:p>
          <a:p>
            <a:endParaRPr/>
          </a:p>
          <a:p>
            <a:r>
              <a:t>STAFF LENS</a:t>
            </a:r>
          </a:p>
          <a:p>
            <a:r>
              <a:t>Connect the benefit to clearer communication, consistent processes, shorter turnaround, or stronger service.</a:t>
            </a:r>
          </a:p>
          <a:p>
            <a:endParaRPr/>
          </a:p>
          <a:p>
            <a:r>
              <a:t>SHARE</a:t>
            </a:r>
          </a:p>
          <a:p>
            <a:r>
              <a:t>Invite one faculty participant and one staff participant to describe the AI role and the human check in their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47:00-50:00</a:t>
            </a:r>
          </a:p>
          <a:p>
            <a:r>
              <a:t>LEAD Both presenters</a:t>
            </a:r>
          </a:p>
          <a:p>
            <a:endParaRPr/>
          </a:p>
          <a:p>
            <a:r>
              <a:t>COMMITMENT</a:t>
            </a:r>
          </a:p>
          <a:p>
            <a:r>
              <a:t>Ask participants to complete the sentence privately. Then invite two or three quick shares.</a:t>
            </a:r>
          </a:p>
          <a:p>
            <a:endParaRPr/>
          </a:p>
          <a:p>
            <a:r>
              <a:t>CLOSE</a:t>
            </a:r>
          </a:p>
          <a:p>
            <a:r>
              <a:t>Revisit the framework: Choose a suitable task. Prompt with a clear brief. Check the result. Own the final work.</a:t>
            </a:r>
          </a:p>
          <a:p>
            <a:endParaRPr/>
          </a:p>
          <a:p>
            <a:r>
              <a:t>FINAL MESSAGE</a:t>
            </a:r>
          </a:p>
          <a:p>
            <a:r>
              <a:t>Useful AI adoption is not about using AI everywhere. It is about improving selected work while protecting judgment, privacy, relationships, and institutional responsibility.</a:t>
            </a:r>
          </a:p>
          <a:p>
            <a:endParaRPr/>
          </a:p>
          <a:p>
            <a:r>
              <a:t>PRESENTER FOLLOW-UP</a:t>
            </a:r>
          </a:p>
          <a:p>
            <a:r>
              <a:t>Before presenting, replace “MCC staff co-presenter” on slide 1 with the co-presenter’s name.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CB9CE70-196E-4B58-BE01-FDEB813D21C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9563E941-0E15-43CD-8D07-5118BB4ECAB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70ACE8B-A35F-45D5-9987-141A1E857AD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9A28AF4-5F40-46C0-B864-E297F9B4214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6708A7E-117D-4CD0-B6CE-C4CC092F87C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07B0116-3D99-47DB-B729-56979027F9E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08EE1DC-AD00-4A86-BA80-A41BD565E67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C751233-D6D4-4CA4-B10C-9F60F3263BC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CB7CA81-17FD-4F58-A348-BE0ECB755E3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85487E7-35B7-4DBC-8783-194A35C963B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644BD22-F806-4A8B-B946-D68A68530F57}"/>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63395BA-8373-46EE-B8E6-082550BBC4AD}"/>
              </a:ext>
            </a:extLst>
          </p:cNvPr>
          <p:cNvSpPr>
            <a:spLocks noGrp="1"/>
          </p:cNvSpPr>
          <p:nvPr/>
        </p:nvSpPr>
        <p:spPr>
          <a:xfrm>
            <a:off x="4953000" y="1381125"/>
            <a:ext cx="6334125" cy="628650"/>
          </a:xfrm>
          <a:prstGeom prst="rect">
            <a:avLst/>
          </a:prstGeom>
          <a:noFill/>
          <a:ln w="0">
            <a:noFill/>
            <a:prstDash val="solid"/>
          </a:ln>
        </p:spPr>
        <p:txBody>
          <a:bodyPr/>
          <a:lstStyle>
            <a:defPPr>
              <a:defRPr sz="1800" b="1" spc="1">
                <a:solidFill>
                  <a:srgbClr val="FE5200"/>
                </a:solidFill>
                <a:latin typeface="Arial"/>
                <a:ea typeface="Arial"/>
                <a:cs typeface="Arial"/>
              </a:defRPr>
            </a:defPPr>
            <a:lvl1pPr>
              <a:defRPr sz="1800" b="1" spc="1">
                <a:solidFill>
                  <a:srgbClr val="FE5200"/>
                </a:solidFill>
                <a:latin typeface="Arial"/>
                <a:ea typeface="Arial"/>
                <a:cs typeface="Arial"/>
              </a:defRPr>
            </a:lvl1pPr>
            <a:lvl2pPr>
              <a:defRPr sz="1800" b="1" spc="1">
                <a:solidFill>
                  <a:srgbClr val="FE5200"/>
                </a:solidFill>
                <a:latin typeface="Arial"/>
                <a:ea typeface="Arial"/>
                <a:cs typeface="Arial"/>
              </a:defRPr>
            </a:lvl2pPr>
            <a:lvl3pPr>
              <a:defRPr sz="1800" b="1" spc="1">
                <a:solidFill>
                  <a:srgbClr val="FE5200"/>
                </a:solidFill>
                <a:latin typeface="Arial"/>
                <a:ea typeface="Arial"/>
                <a:cs typeface="Arial"/>
              </a:defRPr>
            </a:lvl3pPr>
            <a:lvl4pPr>
              <a:defRPr sz="1800" b="1" spc="1">
                <a:solidFill>
                  <a:srgbClr val="FE5200"/>
                </a:solidFill>
                <a:latin typeface="Arial"/>
                <a:ea typeface="Arial"/>
                <a:cs typeface="Arial"/>
              </a:defRPr>
            </a:lvl4pPr>
            <a:lvl5pPr>
              <a:defRPr sz="1800" b="1" spc="1">
                <a:solidFill>
                  <a:srgbClr val="FE5200"/>
                </a:solidFill>
                <a:latin typeface="Arial"/>
                <a:ea typeface="Arial"/>
                <a:cs typeface="Arial"/>
              </a:defRPr>
            </a:lvl5pPr>
            <a:lvl6pPr>
              <a:defRPr sz="1800" b="1" spc="1">
                <a:solidFill>
                  <a:srgbClr val="FE5200"/>
                </a:solidFill>
                <a:latin typeface="Arial"/>
                <a:ea typeface="Arial"/>
                <a:cs typeface="Arial"/>
              </a:defRPr>
            </a:lvl6pPr>
            <a:lvl7pPr>
              <a:defRPr sz="1800" b="1" spc="1">
                <a:solidFill>
                  <a:srgbClr val="FE5200"/>
                </a:solidFill>
                <a:latin typeface="Arial"/>
                <a:ea typeface="Arial"/>
                <a:cs typeface="Arial"/>
              </a:defRPr>
            </a:lvl7pPr>
            <a:lvl8pPr>
              <a:defRPr sz="1800" b="1" spc="1">
                <a:solidFill>
                  <a:srgbClr val="FE5200"/>
                </a:solidFill>
                <a:latin typeface="Arial"/>
                <a:ea typeface="Arial"/>
                <a:cs typeface="Arial"/>
              </a:defRPr>
            </a:lvl8pPr>
            <a:lvl9pPr>
              <a:defRPr sz="1800" b="1" spc="1">
                <a:solidFill>
                  <a:srgbClr val="FE5200"/>
                </a:solidFill>
                <a:latin typeface="Arial"/>
                <a:ea typeface="Arial"/>
                <a:cs typeface="Arial"/>
              </a:defRPr>
            </a:lvl9pPr>
          </a:lstStyle>
          <a:p>
            <a:pPr>
              <a:defRPr sz="1800" b="1" spc="1">
                <a:solidFill>
                  <a:srgbClr val="FE5200"/>
                </a:solidFill>
                <a:latin typeface="Arial"/>
                <a:ea typeface="Arial"/>
                <a:cs typeface="Arial"/>
              </a:defRPr>
            </a:pPr>
            <a:r>
              <a:rPr sz="1800" b="1" spc="1">
                <a:solidFill>
                  <a:srgbClr val="FE5200"/>
                </a:solidFill>
                <a:latin typeface="Arial"/>
                <a:ea typeface="Arial"/>
                <a:cs typeface="Arial"/>
              </a:rPr>
              <a:t>AI THAT ACTUALLY HELPS</a:t>
            </a:r>
          </a:p>
        </p:txBody>
      </p:sp>
      <p:sp>
        <p:nvSpPr>
          <p:cNvPr id="3" name="Rectangle 2">
            <a:extLst>
              <a:ext uri="{FF2B5EF4-FFF2-40B4-BE49-F238E27FC236}">
                <a16:creationId xmlns:a16="http://schemas.microsoft.com/office/drawing/2014/main" id="{273438E4-C834-4A21-BBE5-79BF409744F4}"/>
              </a:ext>
            </a:extLst>
          </p:cNvPr>
          <p:cNvSpPr>
            <a:spLocks noGrp="1"/>
          </p:cNvSpPr>
          <p:nvPr/>
        </p:nvSpPr>
        <p:spPr>
          <a:xfrm>
            <a:off x="4953000" y="2095500"/>
            <a:ext cx="6477000" cy="1809750"/>
          </a:xfrm>
          <a:prstGeom prst="rect">
            <a:avLst/>
          </a:prstGeom>
          <a:noFill/>
          <a:ln w="0">
            <a:noFill/>
            <a:prstDash val="solid"/>
          </a:ln>
        </p:spPr>
        <p:txBody>
          <a:bodyPr/>
          <a:lstStyle>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a:pPr>
              <a:defRPr sz="3750" b="1">
                <a:solidFill>
                  <a:srgbClr val="FFFFFF"/>
                </a:solidFill>
                <a:latin typeface="Arial"/>
                <a:ea typeface="Arial"/>
                <a:cs typeface="Arial"/>
              </a:defRPr>
            </a:pPr>
            <a:r>
              <a:rPr sz="3750" b="1">
                <a:solidFill>
                  <a:srgbClr val="FFFFFF"/>
                </a:solidFill>
                <a:latin typeface="Arial"/>
                <a:ea typeface="Arial"/>
                <a:cs typeface="Arial"/>
              </a:rPr>
              <a:t>Practical Workflows</a:t>
            </a:r>
          </a:p>
          <a:p>
            <a:pPr>
              <a:defRPr sz="3750" b="1">
                <a:solidFill>
                  <a:srgbClr val="FFFFFF"/>
                </a:solidFill>
                <a:latin typeface="Arial"/>
                <a:ea typeface="Arial"/>
                <a:cs typeface="Arial"/>
              </a:defRPr>
            </a:pPr>
            <a:r>
              <a:rPr sz="3750" b="1">
                <a:solidFill>
                  <a:srgbClr val="FFFFFF"/>
                </a:solidFill>
                <a:latin typeface="Arial"/>
                <a:ea typeface="Arial"/>
                <a:cs typeface="Arial"/>
              </a:rPr>
              <a:t>for MCC Employees</a:t>
            </a:r>
          </a:p>
        </p:txBody>
      </p:sp>
      <p:sp>
        <p:nvSpPr>
          <p:cNvPr id="4" name="Rectangle 3">
            <a:extLst>
              <a:ext uri="{FF2B5EF4-FFF2-40B4-BE49-F238E27FC236}">
                <a16:creationId xmlns:a16="http://schemas.microsoft.com/office/drawing/2014/main" id="{014432D5-487C-4182-A84C-6E4A6D562C92}"/>
              </a:ext>
            </a:extLst>
          </p:cNvPr>
          <p:cNvSpPr>
            <a:spLocks noGrp="1"/>
          </p:cNvSpPr>
          <p:nvPr/>
        </p:nvSpPr>
        <p:spPr>
          <a:xfrm>
            <a:off x="4953000" y="4333875"/>
            <a:ext cx="6191250" cy="438150"/>
          </a:xfrm>
          <a:prstGeom prst="rect">
            <a:avLst/>
          </a:prstGeom>
          <a:noFill/>
          <a:ln w="0">
            <a:noFill/>
            <a:prstDash val="solid"/>
          </a:ln>
        </p:spPr>
        <p:txBody>
          <a:bodyPr/>
          <a:lstStyle>
            <a:defPPr>
              <a:defRPr sz="1650">
                <a:solidFill>
                  <a:srgbClr val="FFFFFF"/>
                </a:solidFill>
                <a:latin typeface="Arial"/>
                <a:ea typeface="Arial"/>
                <a:cs typeface="Arial"/>
              </a:defRPr>
            </a:defPPr>
            <a:lvl1pPr>
              <a:defRPr sz="1650">
                <a:solidFill>
                  <a:srgbClr val="FFFFFF"/>
                </a:solidFill>
                <a:latin typeface="Arial"/>
                <a:ea typeface="Arial"/>
                <a:cs typeface="Arial"/>
              </a:defRPr>
            </a:lvl1pPr>
            <a:lvl2pPr>
              <a:defRPr sz="1650">
                <a:solidFill>
                  <a:srgbClr val="FFFFFF"/>
                </a:solidFill>
                <a:latin typeface="Arial"/>
                <a:ea typeface="Arial"/>
                <a:cs typeface="Arial"/>
              </a:defRPr>
            </a:lvl2pPr>
            <a:lvl3pPr>
              <a:defRPr sz="1650">
                <a:solidFill>
                  <a:srgbClr val="FFFFFF"/>
                </a:solidFill>
                <a:latin typeface="Arial"/>
                <a:ea typeface="Arial"/>
                <a:cs typeface="Arial"/>
              </a:defRPr>
            </a:lvl3pPr>
            <a:lvl4pPr>
              <a:defRPr sz="1650">
                <a:solidFill>
                  <a:srgbClr val="FFFFFF"/>
                </a:solidFill>
                <a:latin typeface="Arial"/>
                <a:ea typeface="Arial"/>
                <a:cs typeface="Arial"/>
              </a:defRPr>
            </a:lvl4pPr>
            <a:lvl5pPr>
              <a:defRPr sz="1650">
                <a:solidFill>
                  <a:srgbClr val="FFFFFF"/>
                </a:solidFill>
                <a:latin typeface="Arial"/>
                <a:ea typeface="Arial"/>
                <a:cs typeface="Arial"/>
              </a:defRPr>
            </a:lvl5pPr>
            <a:lvl6pPr>
              <a:defRPr sz="1650">
                <a:solidFill>
                  <a:srgbClr val="FFFFFF"/>
                </a:solidFill>
                <a:latin typeface="Arial"/>
                <a:ea typeface="Arial"/>
                <a:cs typeface="Arial"/>
              </a:defRPr>
            </a:lvl6pPr>
            <a:lvl7pPr>
              <a:defRPr sz="1650">
                <a:solidFill>
                  <a:srgbClr val="FFFFFF"/>
                </a:solidFill>
                <a:latin typeface="Arial"/>
                <a:ea typeface="Arial"/>
                <a:cs typeface="Arial"/>
              </a:defRPr>
            </a:lvl7pPr>
            <a:lvl8pPr>
              <a:defRPr sz="1650">
                <a:solidFill>
                  <a:srgbClr val="FFFFFF"/>
                </a:solidFill>
                <a:latin typeface="Arial"/>
                <a:ea typeface="Arial"/>
                <a:cs typeface="Arial"/>
              </a:defRPr>
            </a:lvl8pPr>
            <a:lvl9pPr>
              <a:defRPr sz="1650">
                <a:solidFill>
                  <a:srgbClr val="FFFFFF"/>
                </a:solidFill>
                <a:latin typeface="Arial"/>
                <a:ea typeface="Arial"/>
                <a:cs typeface="Arial"/>
              </a:defRPr>
            </a:lvl9pPr>
          </a:lstStyle>
          <a:p>
            <a:pPr>
              <a:defRPr sz="1650">
                <a:solidFill>
                  <a:srgbClr val="FFFFFF"/>
                </a:solidFill>
                <a:latin typeface="Arial"/>
                <a:ea typeface="Arial"/>
                <a:cs typeface="Arial"/>
              </a:defRPr>
            </a:pPr>
            <a:r>
              <a:rPr sz="1650" dirty="0">
                <a:solidFill>
                  <a:srgbClr val="FFFFFF"/>
                </a:solidFill>
                <a:latin typeface="Arial"/>
                <a:ea typeface="Arial"/>
                <a:cs typeface="Arial"/>
              </a:rPr>
              <a:t>Yolanda Gonzalez + </a:t>
            </a:r>
            <a:r>
              <a:rPr lang="en-US" dirty="0"/>
              <a:t>Ted Gonzalez</a:t>
            </a:r>
            <a:endParaRPr sz="1650" dirty="0">
              <a:solidFill>
                <a:srgbClr val="FFFFFF"/>
              </a:solidFill>
              <a:latin typeface="Arial"/>
              <a:ea typeface="Arial"/>
              <a:cs typeface="Arial"/>
            </a:endParaRPr>
          </a:p>
        </p:txBody>
      </p:sp>
      <p:sp>
        <p:nvSpPr>
          <p:cNvPr id="5" name="Rectangle 4">
            <a:extLst>
              <a:ext uri="{FF2B5EF4-FFF2-40B4-BE49-F238E27FC236}">
                <a16:creationId xmlns:a16="http://schemas.microsoft.com/office/drawing/2014/main" id="{30525515-F256-47F5-BFDF-83F906417B1B}"/>
              </a:ext>
            </a:extLst>
          </p:cNvPr>
          <p:cNvSpPr>
            <a:spLocks noGrp="1"/>
          </p:cNvSpPr>
          <p:nvPr/>
        </p:nvSpPr>
        <p:spPr>
          <a:xfrm>
            <a:off x="4953000" y="4953000"/>
            <a:ext cx="6191250" cy="400050"/>
          </a:xfrm>
          <a:prstGeom prst="rect">
            <a:avLst/>
          </a:prstGeom>
          <a:noFill/>
          <a:ln w="0">
            <a:noFill/>
            <a:prstDash val="solid"/>
          </a:ln>
        </p:spPr>
        <p:txBody>
          <a:bodyPr/>
          <a:lstStyle>
            <a:defPPr>
              <a:defRPr sz="1350">
                <a:solidFill>
                  <a:srgbClr val="EEF3F7"/>
                </a:solidFill>
                <a:latin typeface="Arial"/>
                <a:ea typeface="Arial"/>
                <a:cs typeface="Arial"/>
              </a:defRPr>
            </a:defPPr>
            <a:lvl1pPr>
              <a:defRPr sz="1350">
                <a:solidFill>
                  <a:srgbClr val="EEF3F7"/>
                </a:solidFill>
                <a:latin typeface="Arial"/>
                <a:ea typeface="Arial"/>
                <a:cs typeface="Arial"/>
              </a:defRPr>
            </a:lvl1pPr>
            <a:lvl2pPr>
              <a:defRPr sz="1350">
                <a:solidFill>
                  <a:srgbClr val="EEF3F7"/>
                </a:solidFill>
                <a:latin typeface="Arial"/>
                <a:ea typeface="Arial"/>
                <a:cs typeface="Arial"/>
              </a:defRPr>
            </a:lvl2pPr>
            <a:lvl3pPr>
              <a:defRPr sz="1350">
                <a:solidFill>
                  <a:srgbClr val="EEF3F7"/>
                </a:solidFill>
                <a:latin typeface="Arial"/>
                <a:ea typeface="Arial"/>
                <a:cs typeface="Arial"/>
              </a:defRPr>
            </a:lvl3pPr>
            <a:lvl4pPr>
              <a:defRPr sz="1350">
                <a:solidFill>
                  <a:srgbClr val="EEF3F7"/>
                </a:solidFill>
                <a:latin typeface="Arial"/>
                <a:ea typeface="Arial"/>
                <a:cs typeface="Arial"/>
              </a:defRPr>
            </a:lvl4pPr>
            <a:lvl5pPr>
              <a:defRPr sz="1350">
                <a:solidFill>
                  <a:srgbClr val="EEF3F7"/>
                </a:solidFill>
                <a:latin typeface="Arial"/>
                <a:ea typeface="Arial"/>
                <a:cs typeface="Arial"/>
              </a:defRPr>
            </a:lvl5pPr>
            <a:lvl6pPr>
              <a:defRPr sz="1350">
                <a:solidFill>
                  <a:srgbClr val="EEF3F7"/>
                </a:solidFill>
                <a:latin typeface="Arial"/>
                <a:ea typeface="Arial"/>
                <a:cs typeface="Arial"/>
              </a:defRPr>
            </a:lvl6pPr>
            <a:lvl7pPr>
              <a:defRPr sz="1350">
                <a:solidFill>
                  <a:srgbClr val="EEF3F7"/>
                </a:solidFill>
                <a:latin typeface="Arial"/>
                <a:ea typeface="Arial"/>
                <a:cs typeface="Arial"/>
              </a:defRPr>
            </a:lvl7pPr>
            <a:lvl8pPr>
              <a:defRPr sz="1350">
                <a:solidFill>
                  <a:srgbClr val="EEF3F7"/>
                </a:solidFill>
                <a:latin typeface="Arial"/>
                <a:ea typeface="Arial"/>
                <a:cs typeface="Arial"/>
              </a:defRPr>
            </a:lvl8pPr>
            <a:lvl9pPr>
              <a:defRPr sz="1350">
                <a:solidFill>
                  <a:srgbClr val="EEF3F7"/>
                </a:solidFill>
                <a:latin typeface="Arial"/>
                <a:ea typeface="Arial"/>
                <a:cs typeface="Arial"/>
              </a:defRPr>
            </a:lvl9pPr>
          </a:lstStyle>
          <a:p>
            <a:pPr>
              <a:defRPr sz="1350">
                <a:solidFill>
                  <a:srgbClr val="EEF3F7"/>
                </a:solidFill>
                <a:latin typeface="Arial"/>
                <a:ea typeface="Arial"/>
                <a:cs typeface="Arial"/>
              </a:defRPr>
            </a:pPr>
            <a:r>
              <a:rPr sz="1350">
                <a:solidFill>
                  <a:srgbClr val="EEF3F7"/>
                </a:solidFill>
                <a:latin typeface="Arial"/>
                <a:ea typeface="Arial"/>
                <a:cs typeface="Arial"/>
              </a:rPr>
              <a:t>PD Day  •  October 23, 2026  •  MAC 304</a:t>
            </a:r>
          </a:p>
        </p:txBody>
      </p:sp>
    </p:spTree>
    <p:extLst>
      <p:ext uri="{BB962C8B-B14F-4D97-AF65-F5344CB8AC3E}">
        <p14:creationId xmlns:p14="http://schemas.microsoft.com/office/powerpoint/2010/main" val="1628131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A9B3431-1818-454F-AED1-AB3FB4795D2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5CE7B1B-2169-4572-95A7-8646A383634C}"/>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003C72"/>
                </a:solidFill>
                <a:latin typeface="Arial"/>
                <a:ea typeface="Arial"/>
                <a:cs typeface="Arial"/>
              </a:defRPr>
            </a:defPPr>
            <a:lvl1pPr>
              <a:defRPr sz="3150" b="1">
                <a:solidFill>
                  <a:srgbClr val="003C72"/>
                </a:solidFill>
                <a:latin typeface="Arial"/>
                <a:ea typeface="Arial"/>
                <a:cs typeface="Arial"/>
              </a:defRPr>
            </a:lvl1pPr>
            <a:lvl2pPr>
              <a:defRPr sz="3150" b="1">
                <a:solidFill>
                  <a:srgbClr val="003C72"/>
                </a:solidFill>
                <a:latin typeface="Arial"/>
                <a:ea typeface="Arial"/>
                <a:cs typeface="Arial"/>
              </a:defRPr>
            </a:lvl2pPr>
            <a:lvl3pPr>
              <a:defRPr sz="3150" b="1">
                <a:solidFill>
                  <a:srgbClr val="003C72"/>
                </a:solidFill>
                <a:latin typeface="Arial"/>
                <a:ea typeface="Arial"/>
                <a:cs typeface="Arial"/>
              </a:defRPr>
            </a:lvl3pPr>
            <a:lvl4pPr>
              <a:defRPr sz="3150" b="1">
                <a:solidFill>
                  <a:srgbClr val="003C72"/>
                </a:solidFill>
                <a:latin typeface="Arial"/>
                <a:ea typeface="Arial"/>
                <a:cs typeface="Arial"/>
              </a:defRPr>
            </a:lvl4pPr>
            <a:lvl5pPr>
              <a:defRPr sz="3150" b="1">
                <a:solidFill>
                  <a:srgbClr val="003C72"/>
                </a:solidFill>
                <a:latin typeface="Arial"/>
                <a:ea typeface="Arial"/>
                <a:cs typeface="Arial"/>
              </a:defRPr>
            </a:lvl5pPr>
            <a:lvl6pPr>
              <a:defRPr sz="3150" b="1">
                <a:solidFill>
                  <a:srgbClr val="003C72"/>
                </a:solidFill>
                <a:latin typeface="Arial"/>
                <a:ea typeface="Arial"/>
                <a:cs typeface="Arial"/>
              </a:defRPr>
            </a:lvl6pPr>
            <a:lvl7pPr>
              <a:defRPr sz="3150" b="1">
                <a:solidFill>
                  <a:srgbClr val="003C72"/>
                </a:solidFill>
                <a:latin typeface="Arial"/>
                <a:ea typeface="Arial"/>
                <a:cs typeface="Arial"/>
              </a:defRPr>
            </a:lvl7pPr>
            <a:lvl8pPr>
              <a:defRPr sz="3150" b="1">
                <a:solidFill>
                  <a:srgbClr val="003C72"/>
                </a:solidFill>
                <a:latin typeface="Arial"/>
                <a:ea typeface="Arial"/>
                <a:cs typeface="Arial"/>
              </a:defRPr>
            </a:lvl8pPr>
            <a:lvl9pPr>
              <a:defRPr sz="3150" b="1">
                <a:solidFill>
                  <a:srgbClr val="003C72"/>
                </a:solidFill>
                <a:latin typeface="Arial"/>
                <a:ea typeface="Arial"/>
                <a:cs typeface="Arial"/>
              </a:defRPr>
            </a:lvl9pPr>
          </a:lstStyle>
          <a:p>
            <a:pPr>
              <a:defRPr sz="3150" b="1">
                <a:solidFill>
                  <a:srgbClr val="003C72"/>
                </a:solidFill>
                <a:latin typeface="Arial"/>
                <a:ea typeface="Arial"/>
                <a:cs typeface="Arial"/>
              </a:defRPr>
            </a:pPr>
            <a:r>
              <a:rPr sz="3150" b="1" dirty="0">
                <a:solidFill>
                  <a:srgbClr val="003C72"/>
                </a:solidFill>
                <a:latin typeface="Arial"/>
                <a:ea typeface="Arial"/>
                <a:cs typeface="Arial"/>
              </a:rPr>
              <a:t>One </a:t>
            </a:r>
            <a:r>
              <a:rPr lang="en-US" sz="3150" b="1" dirty="0">
                <a:solidFill>
                  <a:srgbClr val="003C72"/>
                </a:solidFill>
                <a:latin typeface="Arial"/>
                <a:ea typeface="Arial"/>
                <a:cs typeface="Arial"/>
              </a:rPr>
              <a:t>U</a:t>
            </a:r>
            <a:r>
              <a:rPr sz="3150" b="1" dirty="0">
                <a:solidFill>
                  <a:srgbClr val="003C72"/>
                </a:solidFill>
                <a:latin typeface="Arial"/>
                <a:ea typeface="Arial"/>
                <a:cs typeface="Arial"/>
              </a:rPr>
              <a:t>seful </a:t>
            </a:r>
            <a:r>
              <a:rPr lang="en-US" dirty="0"/>
              <a:t>O</a:t>
            </a:r>
            <a:r>
              <a:rPr sz="3150" b="1" dirty="0">
                <a:solidFill>
                  <a:srgbClr val="003C72"/>
                </a:solidFill>
                <a:latin typeface="Arial"/>
                <a:ea typeface="Arial"/>
                <a:cs typeface="Arial"/>
              </a:rPr>
              <a:t>utcome</a:t>
            </a:r>
          </a:p>
        </p:txBody>
      </p:sp>
      <p:sp>
        <p:nvSpPr>
          <p:cNvPr id="3" name="Rectangle 2">
            <a:extLst>
              <a:ext uri="{FF2B5EF4-FFF2-40B4-BE49-F238E27FC236}">
                <a16:creationId xmlns:a16="http://schemas.microsoft.com/office/drawing/2014/main" id="{DF102112-8E8F-4482-85AA-AEB32902A765}"/>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3">
            <a:extLst>
              <a:ext uri="{FF2B5EF4-FFF2-40B4-BE49-F238E27FC236}">
                <a16:creationId xmlns:a16="http://schemas.microsoft.com/office/drawing/2014/main" id="{C71D7F27-67EF-40FC-A645-74DD71BFE314}"/>
              </a:ext>
            </a:extLst>
          </p:cNvPr>
          <p:cNvSpPr>
            <a:spLocks noGrp="1"/>
          </p:cNvSpPr>
          <p:nvPr/>
        </p:nvSpPr>
        <p:spPr>
          <a:xfrm>
            <a:off x="1000125" y="1828800"/>
            <a:ext cx="10096500" cy="1143000"/>
          </a:xfrm>
          <a:prstGeom prst="rect">
            <a:avLst/>
          </a:prstGeom>
          <a:noFill/>
          <a:ln w="0">
            <a:noFill/>
            <a:prstDash val="solid"/>
          </a:ln>
        </p:spPr>
        <p:txBody>
          <a:bodyPr/>
          <a:lstStyle>
            <a:defPPr algn="ctr">
              <a:defRPr sz="3000" b="1">
                <a:solidFill>
                  <a:srgbClr val="003C72"/>
                </a:solidFill>
                <a:latin typeface="Arial"/>
                <a:ea typeface="Arial"/>
                <a:cs typeface="Arial"/>
              </a:defRPr>
            </a:defPPr>
            <a:lvl1pPr algn="ctr">
              <a:defRPr sz="3000" b="1">
                <a:solidFill>
                  <a:srgbClr val="003C72"/>
                </a:solidFill>
                <a:latin typeface="Arial"/>
                <a:ea typeface="Arial"/>
                <a:cs typeface="Arial"/>
              </a:defRPr>
            </a:lvl1pPr>
            <a:lvl2pPr algn="ctr">
              <a:defRPr sz="3000" b="1">
                <a:solidFill>
                  <a:srgbClr val="003C72"/>
                </a:solidFill>
                <a:latin typeface="Arial"/>
                <a:ea typeface="Arial"/>
                <a:cs typeface="Arial"/>
              </a:defRPr>
            </a:lvl2pPr>
            <a:lvl3pPr algn="ctr">
              <a:defRPr sz="3000" b="1">
                <a:solidFill>
                  <a:srgbClr val="003C72"/>
                </a:solidFill>
                <a:latin typeface="Arial"/>
                <a:ea typeface="Arial"/>
                <a:cs typeface="Arial"/>
              </a:defRPr>
            </a:lvl3pPr>
            <a:lvl4pPr algn="ctr">
              <a:defRPr sz="3000" b="1">
                <a:solidFill>
                  <a:srgbClr val="003C72"/>
                </a:solidFill>
                <a:latin typeface="Arial"/>
                <a:ea typeface="Arial"/>
                <a:cs typeface="Arial"/>
              </a:defRPr>
            </a:lvl4pPr>
            <a:lvl5pPr algn="ctr">
              <a:defRPr sz="3000" b="1">
                <a:solidFill>
                  <a:srgbClr val="003C72"/>
                </a:solidFill>
                <a:latin typeface="Arial"/>
                <a:ea typeface="Arial"/>
                <a:cs typeface="Arial"/>
              </a:defRPr>
            </a:lvl5pPr>
            <a:lvl6pPr algn="ctr">
              <a:defRPr sz="3000" b="1">
                <a:solidFill>
                  <a:srgbClr val="003C72"/>
                </a:solidFill>
                <a:latin typeface="Arial"/>
                <a:ea typeface="Arial"/>
                <a:cs typeface="Arial"/>
              </a:defRPr>
            </a:lvl6pPr>
            <a:lvl7pPr algn="ctr">
              <a:defRPr sz="3000" b="1">
                <a:solidFill>
                  <a:srgbClr val="003C72"/>
                </a:solidFill>
                <a:latin typeface="Arial"/>
                <a:ea typeface="Arial"/>
                <a:cs typeface="Arial"/>
              </a:defRPr>
            </a:lvl7pPr>
            <a:lvl8pPr algn="ctr">
              <a:defRPr sz="3000" b="1">
                <a:solidFill>
                  <a:srgbClr val="003C72"/>
                </a:solidFill>
                <a:latin typeface="Arial"/>
                <a:ea typeface="Arial"/>
                <a:cs typeface="Arial"/>
              </a:defRPr>
            </a:lvl8pPr>
            <a:lvl9pPr algn="ctr">
              <a:defRPr sz="3000" b="1">
                <a:solidFill>
                  <a:srgbClr val="003C72"/>
                </a:solidFill>
                <a:latin typeface="Arial"/>
                <a:ea typeface="Arial"/>
                <a:cs typeface="Arial"/>
              </a:defRPr>
            </a:lvl9pPr>
          </a:lstStyle>
          <a:p>
            <a:pPr algn="ctr">
              <a:defRPr sz="3000" b="1">
                <a:solidFill>
                  <a:srgbClr val="003C72"/>
                </a:solidFill>
                <a:latin typeface="Arial"/>
                <a:ea typeface="Arial"/>
                <a:cs typeface="Arial"/>
              </a:defRPr>
            </a:pPr>
            <a:r>
              <a:rPr sz="3000" b="1">
                <a:solidFill>
                  <a:srgbClr val="003C72"/>
                </a:solidFill>
                <a:latin typeface="Arial"/>
                <a:ea typeface="Arial"/>
                <a:cs typeface="Arial"/>
              </a:rPr>
              <a:t>Redesign one recurring task as a safe,</a:t>
            </a:r>
          </a:p>
          <a:p>
            <a:pPr algn="ctr">
              <a:defRPr sz="3000" b="1">
                <a:solidFill>
                  <a:srgbClr val="003C72"/>
                </a:solidFill>
                <a:latin typeface="Arial"/>
                <a:ea typeface="Arial"/>
                <a:cs typeface="Arial"/>
              </a:defRPr>
            </a:pPr>
            <a:r>
              <a:rPr sz="3000" b="1">
                <a:solidFill>
                  <a:srgbClr val="003C72"/>
                </a:solidFill>
                <a:latin typeface="Arial"/>
                <a:ea typeface="Arial"/>
                <a:cs typeface="Arial"/>
              </a:rPr>
              <a:t>human + AI workflow.</a:t>
            </a:r>
          </a:p>
        </p:txBody>
      </p:sp>
      <p:sp>
        <p:nvSpPr>
          <p:cNvPr id="5" name="Rectangle 4">
            <a:extLst>
              <a:ext uri="{FF2B5EF4-FFF2-40B4-BE49-F238E27FC236}">
                <a16:creationId xmlns:a16="http://schemas.microsoft.com/office/drawing/2014/main" id="{EE114841-1EC2-4E6A-809F-C72A4E10E76E}"/>
              </a:ext>
            </a:extLst>
          </p:cNvPr>
          <p:cNvSpPr>
            <a:spLocks noGrp="1"/>
          </p:cNvSpPr>
          <p:nvPr/>
        </p:nvSpPr>
        <p:spPr>
          <a:xfrm>
            <a:off x="1476375" y="3448050"/>
            <a:ext cx="9239250" cy="476250"/>
          </a:xfrm>
          <a:prstGeom prst="rect">
            <a:avLst/>
          </a:prstGeom>
          <a:noFill/>
          <a:ln w="0">
            <a:noFill/>
            <a:prstDash val="solid"/>
          </a:ln>
        </p:spPr>
        <p:txBody>
          <a:bodyPr/>
          <a:lstStyle>
            <a:defPPr algn="ctr">
              <a:defRPr sz="1800" b="1">
                <a:solidFill>
                  <a:srgbClr val="FE5200"/>
                </a:solidFill>
                <a:latin typeface="Arial"/>
                <a:ea typeface="Arial"/>
                <a:cs typeface="Arial"/>
              </a:defRPr>
            </a:defPPr>
            <a:lvl1pPr algn="ctr">
              <a:defRPr sz="1800" b="1">
                <a:solidFill>
                  <a:srgbClr val="FE5200"/>
                </a:solidFill>
                <a:latin typeface="Arial"/>
                <a:ea typeface="Arial"/>
                <a:cs typeface="Arial"/>
              </a:defRPr>
            </a:lvl1pPr>
            <a:lvl2pPr algn="ctr">
              <a:defRPr sz="1800" b="1">
                <a:solidFill>
                  <a:srgbClr val="FE5200"/>
                </a:solidFill>
                <a:latin typeface="Arial"/>
                <a:ea typeface="Arial"/>
                <a:cs typeface="Arial"/>
              </a:defRPr>
            </a:lvl2pPr>
            <a:lvl3pPr algn="ctr">
              <a:defRPr sz="1800" b="1">
                <a:solidFill>
                  <a:srgbClr val="FE5200"/>
                </a:solidFill>
                <a:latin typeface="Arial"/>
                <a:ea typeface="Arial"/>
                <a:cs typeface="Arial"/>
              </a:defRPr>
            </a:lvl3pPr>
            <a:lvl4pPr algn="ctr">
              <a:defRPr sz="1800" b="1">
                <a:solidFill>
                  <a:srgbClr val="FE5200"/>
                </a:solidFill>
                <a:latin typeface="Arial"/>
                <a:ea typeface="Arial"/>
                <a:cs typeface="Arial"/>
              </a:defRPr>
            </a:lvl4pPr>
            <a:lvl5pPr algn="ctr">
              <a:defRPr sz="1800" b="1">
                <a:solidFill>
                  <a:srgbClr val="FE5200"/>
                </a:solidFill>
                <a:latin typeface="Arial"/>
                <a:ea typeface="Arial"/>
                <a:cs typeface="Arial"/>
              </a:defRPr>
            </a:lvl5pPr>
            <a:lvl6pPr algn="ctr">
              <a:defRPr sz="1800" b="1">
                <a:solidFill>
                  <a:srgbClr val="FE5200"/>
                </a:solidFill>
                <a:latin typeface="Arial"/>
                <a:ea typeface="Arial"/>
                <a:cs typeface="Arial"/>
              </a:defRPr>
            </a:lvl6pPr>
            <a:lvl7pPr algn="ctr">
              <a:defRPr sz="1800" b="1">
                <a:solidFill>
                  <a:srgbClr val="FE5200"/>
                </a:solidFill>
                <a:latin typeface="Arial"/>
                <a:ea typeface="Arial"/>
                <a:cs typeface="Arial"/>
              </a:defRPr>
            </a:lvl7pPr>
            <a:lvl8pPr algn="ctr">
              <a:defRPr sz="1800" b="1">
                <a:solidFill>
                  <a:srgbClr val="FE5200"/>
                </a:solidFill>
                <a:latin typeface="Arial"/>
                <a:ea typeface="Arial"/>
                <a:cs typeface="Arial"/>
              </a:defRPr>
            </a:lvl8pPr>
            <a:lvl9pPr algn="ctr">
              <a:defRPr sz="1800" b="1">
                <a:solidFill>
                  <a:srgbClr val="FE5200"/>
                </a:solidFill>
                <a:latin typeface="Arial"/>
                <a:ea typeface="Arial"/>
                <a:cs typeface="Arial"/>
              </a:defRPr>
            </a:lvl9pPr>
          </a:lstStyle>
          <a:p>
            <a:pPr algn="ctr">
              <a:defRPr sz="1800" b="1">
                <a:solidFill>
                  <a:srgbClr val="FE5200"/>
                </a:solidFill>
                <a:latin typeface="Arial"/>
                <a:ea typeface="Arial"/>
                <a:cs typeface="Arial"/>
              </a:defRPr>
            </a:pPr>
            <a:r>
              <a:rPr sz="1800" b="1">
                <a:solidFill>
                  <a:srgbClr val="FE5200"/>
                </a:solidFill>
                <a:latin typeface="Arial"/>
                <a:ea typeface="Arial"/>
                <a:cs typeface="Arial"/>
              </a:rPr>
              <a:t>Where are you starting?</a:t>
            </a:r>
          </a:p>
        </p:txBody>
      </p:sp>
      <p:sp>
        <p:nvSpPr>
          <p:cNvPr id="6" name="Rectangle: Rounded Corners 5">
            <a:extLst>
              <a:ext uri="{FF2B5EF4-FFF2-40B4-BE49-F238E27FC236}">
                <a16:creationId xmlns:a16="http://schemas.microsoft.com/office/drawing/2014/main" id="{CC89CCC9-9771-4F57-9569-EB0EFCB4C8D8}"/>
              </a:ext>
            </a:extLst>
          </p:cNvPr>
          <p:cNvSpPr>
            <a:spLocks noGrp="1"/>
          </p:cNvSpPr>
          <p:nvPr/>
        </p:nvSpPr>
        <p:spPr>
          <a:xfrm>
            <a:off x="1190625" y="4048125"/>
            <a:ext cx="2952750" cy="1028700"/>
          </a:xfrm>
          <a:prstGeom prst="roundRect">
            <a:avLst>
              <a:gd name="adj" fmla="val 7407"/>
            </a:avLst>
          </a:prstGeom>
          <a:solidFill>
            <a:srgbClr val="FFFFFF"/>
          </a:solidFill>
          <a:ln w="19050">
            <a:solidFill>
              <a:srgbClr val="D8E2EA"/>
            </a:solidFill>
            <a:prstDash val="solid"/>
          </a:ln>
        </p:spPr>
        <p:txBody>
          <a:bodyPr/>
          <a:lstStyle/>
          <a:p>
            <a:endParaRPr lang="en-US"/>
          </a:p>
        </p:txBody>
      </p:sp>
      <p:sp>
        <p:nvSpPr>
          <p:cNvPr id="7" name="Rectangle 6">
            <a:extLst>
              <a:ext uri="{FF2B5EF4-FFF2-40B4-BE49-F238E27FC236}">
                <a16:creationId xmlns:a16="http://schemas.microsoft.com/office/drawing/2014/main" id="{E0393B31-88E7-445A-A19D-70F39FBF02B1}"/>
              </a:ext>
            </a:extLst>
          </p:cNvPr>
          <p:cNvSpPr>
            <a:spLocks noGrp="1"/>
          </p:cNvSpPr>
          <p:nvPr/>
        </p:nvSpPr>
        <p:spPr>
          <a:xfrm>
            <a:off x="1419225" y="4219575"/>
            <a:ext cx="2495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Just exploring</a:t>
            </a:r>
          </a:p>
        </p:txBody>
      </p:sp>
      <p:sp>
        <p:nvSpPr>
          <p:cNvPr id="8" name="Rectangle: Rounded Corners 7">
            <a:extLst>
              <a:ext uri="{FF2B5EF4-FFF2-40B4-BE49-F238E27FC236}">
                <a16:creationId xmlns:a16="http://schemas.microsoft.com/office/drawing/2014/main" id="{D0D6F465-983F-4721-9EAD-3FFE91EFA312}"/>
              </a:ext>
            </a:extLst>
          </p:cNvPr>
          <p:cNvSpPr>
            <a:spLocks noGrp="1"/>
          </p:cNvSpPr>
          <p:nvPr/>
        </p:nvSpPr>
        <p:spPr>
          <a:xfrm>
            <a:off x="4524375" y="4048125"/>
            <a:ext cx="2952750" cy="1028700"/>
          </a:xfrm>
          <a:prstGeom prst="roundRect">
            <a:avLst>
              <a:gd name="adj" fmla="val 7407"/>
            </a:avLst>
          </a:prstGeom>
          <a:solidFill>
            <a:srgbClr val="EEF3F7"/>
          </a:solidFill>
          <a:ln w="19050">
            <a:solidFill>
              <a:srgbClr val="FE5200"/>
            </a:solidFill>
            <a:prstDash val="solid"/>
          </a:ln>
        </p:spPr>
        <p:txBody>
          <a:bodyPr/>
          <a:lstStyle/>
          <a:p>
            <a:endParaRPr lang="en-US"/>
          </a:p>
        </p:txBody>
      </p:sp>
      <p:sp>
        <p:nvSpPr>
          <p:cNvPr id="9" name="Rectangle 8">
            <a:extLst>
              <a:ext uri="{FF2B5EF4-FFF2-40B4-BE49-F238E27FC236}">
                <a16:creationId xmlns:a16="http://schemas.microsoft.com/office/drawing/2014/main" id="{08E15F0B-6508-496E-AB44-2AB01718FF4D}"/>
              </a:ext>
            </a:extLst>
          </p:cNvPr>
          <p:cNvSpPr>
            <a:spLocks noGrp="1"/>
          </p:cNvSpPr>
          <p:nvPr/>
        </p:nvSpPr>
        <p:spPr>
          <a:xfrm>
            <a:off x="4752975" y="4219575"/>
            <a:ext cx="2495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Sometimes using</a:t>
            </a:r>
          </a:p>
        </p:txBody>
      </p:sp>
      <p:sp>
        <p:nvSpPr>
          <p:cNvPr id="10" name="Rectangle: Rounded Corners 9">
            <a:extLst>
              <a:ext uri="{FF2B5EF4-FFF2-40B4-BE49-F238E27FC236}">
                <a16:creationId xmlns:a16="http://schemas.microsoft.com/office/drawing/2014/main" id="{22C0355B-18A1-4F57-B41E-1055EE62C6E8}"/>
              </a:ext>
            </a:extLst>
          </p:cNvPr>
          <p:cNvSpPr>
            <a:spLocks noGrp="1"/>
          </p:cNvSpPr>
          <p:nvPr/>
        </p:nvSpPr>
        <p:spPr>
          <a:xfrm>
            <a:off x="7858125" y="4048125"/>
            <a:ext cx="2952750" cy="1028700"/>
          </a:xfrm>
          <a:prstGeom prst="roundRect">
            <a:avLst>
              <a:gd name="adj" fmla="val 7407"/>
            </a:avLst>
          </a:prstGeom>
          <a:solidFill>
            <a:srgbClr val="FFFFFF"/>
          </a:solidFill>
          <a:ln w="19050">
            <a:solidFill>
              <a:srgbClr val="D8E2EA"/>
            </a:solidFill>
            <a:prstDash val="solid"/>
          </a:ln>
        </p:spPr>
        <p:txBody>
          <a:bodyPr/>
          <a:lstStyle/>
          <a:p>
            <a:endParaRPr lang="en-US"/>
          </a:p>
        </p:txBody>
      </p:sp>
      <p:sp>
        <p:nvSpPr>
          <p:cNvPr id="11" name="Rectangle 10">
            <a:extLst>
              <a:ext uri="{FF2B5EF4-FFF2-40B4-BE49-F238E27FC236}">
                <a16:creationId xmlns:a16="http://schemas.microsoft.com/office/drawing/2014/main" id="{63197E10-C721-45CD-8CC9-426395A2A120}"/>
              </a:ext>
            </a:extLst>
          </p:cNvPr>
          <p:cNvSpPr>
            <a:spLocks noGrp="1"/>
          </p:cNvSpPr>
          <p:nvPr/>
        </p:nvSpPr>
        <p:spPr>
          <a:xfrm>
            <a:off x="8086725" y="4219575"/>
            <a:ext cx="2495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Building workflows</a:t>
            </a:r>
          </a:p>
        </p:txBody>
      </p:sp>
      <p:sp>
        <p:nvSpPr>
          <p:cNvPr id="12" name="Rectangle 11">
            <a:extLst>
              <a:ext uri="{FF2B5EF4-FFF2-40B4-BE49-F238E27FC236}">
                <a16:creationId xmlns:a16="http://schemas.microsoft.com/office/drawing/2014/main" id="{5509DADA-8B64-46AA-8620-FD771A5BF60E}"/>
              </a:ext>
            </a:extLst>
          </p:cNvPr>
          <p:cNvSpPr>
            <a:spLocks noGrp="1"/>
          </p:cNvSpPr>
          <p:nvPr/>
        </p:nvSpPr>
        <p:spPr>
          <a:xfrm>
            <a:off x="2381250" y="5381625"/>
            <a:ext cx="7429500" cy="342900"/>
          </a:xfrm>
          <a:prstGeom prst="rect">
            <a:avLst/>
          </a:prstGeom>
          <a:noFill/>
          <a:ln w="0">
            <a:noFill/>
            <a:prstDash val="solid"/>
          </a:ln>
        </p:spPr>
        <p:txBody>
          <a:bodyPr/>
          <a:lstStyle>
            <a:defPPr algn="ctr">
              <a:defRPr sz="1425">
                <a:solidFill>
                  <a:srgbClr val="12283A"/>
                </a:solidFill>
                <a:latin typeface="Arial"/>
                <a:ea typeface="Arial"/>
                <a:cs typeface="Arial"/>
              </a:defRPr>
            </a:defPPr>
            <a:lvl1pPr algn="ctr">
              <a:defRPr sz="1425">
                <a:solidFill>
                  <a:srgbClr val="12283A"/>
                </a:solidFill>
                <a:latin typeface="Arial"/>
                <a:ea typeface="Arial"/>
                <a:cs typeface="Arial"/>
              </a:defRPr>
            </a:lvl1pPr>
            <a:lvl2pPr algn="ctr">
              <a:defRPr sz="1425">
                <a:solidFill>
                  <a:srgbClr val="12283A"/>
                </a:solidFill>
                <a:latin typeface="Arial"/>
                <a:ea typeface="Arial"/>
                <a:cs typeface="Arial"/>
              </a:defRPr>
            </a:lvl2pPr>
            <a:lvl3pPr algn="ctr">
              <a:defRPr sz="1425">
                <a:solidFill>
                  <a:srgbClr val="12283A"/>
                </a:solidFill>
                <a:latin typeface="Arial"/>
                <a:ea typeface="Arial"/>
                <a:cs typeface="Arial"/>
              </a:defRPr>
            </a:lvl3pPr>
            <a:lvl4pPr algn="ctr">
              <a:defRPr sz="1425">
                <a:solidFill>
                  <a:srgbClr val="12283A"/>
                </a:solidFill>
                <a:latin typeface="Arial"/>
                <a:ea typeface="Arial"/>
                <a:cs typeface="Arial"/>
              </a:defRPr>
            </a:lvl4pPr>
            <a:lvl5pPr algn="ctr">
              <a:defRPr sz="1425">
                <a:solidFill>
                  <a:srgbClr val="12283A"/>
                </a:solidFill>
                <a:latin typeface="Arial"/>
                <a:ea typeface="Arial"/>
                <a:cs typeface="Arial"/>
              </a:defRPr>
            </a:lvl5pPr>
            <a:lvl6pPr algn="ctr">
              <a:defRPr sz="1425">
                <a:solidFill>
                  <a:srgbClr val="12283A"/>
                </a:solidFill>
                <a:latin typeface="Arial"/>
                <a:ea typeface="Arial"/>
                <a:cs typeface="Arial"/>
              </a:defRPr>
            </a:lvl6pPr>
            <a:lvl7pPr algn="ctr">
              <a:defRPr sz="1425">
                <a:solidFill>
                  <a:srgbClr val="12283A"/>
                </a:solidFill>
                <a:latin typeface="Arial"/>
                <a:ea typeface="Arial"/>
                <a:cs typeface="Arial"/>
              </a:defRPr>
            </a:lvl7pPr>
            <a:lvl8pPr algn="ctr">
              <a:defRPr sz="1425">
                <a:solidFill>
                  <a:srgbClr val="12283A"/>
                </a:solidFill>
                <a:latin typeface="Arial"/>
                <a:ea typeface="Arial"/>
                <a:cs typeface="Arial"/>
              </a:defRPr>
            </a:lvl8pPr>
            <a:lvl9pPr algn="ctr">
              <a:defRPr sz="1425">
                <a:solidFill>
                  <a:srgbClr val="12283A"/>
                </a:solidFill>
                <a:latin typeface="Arial"/>
                <a:ea typeface="Arial"/>
                <a:cs typeface="Arial"/>
              </a:defRPr>
            </a:lvl9pPr>
          </a:lstStyle>
          <a:p>
            <a:pPr algn="ctr">
              <a:defRPr sz="1425">
                <a:solidFill>
                  <a:srgbClr val="12283A"/>
                </a:solidFill>
                <a:latin typeface="Arial"/>
                <a:ea typeface="Arial"/>
                <a:cs typeface="Arial"/>
              </a:defRPr>
            </a:pPr>
            <a:r>
              <a:rPr sz="1425">
                <a:solidFill>
                  <a:srgbClr val="12283A"/>
                </a:solidFill>
                <a:latin typeface="Arial"/>
                <a:ea typeface="Arial"/>
                <a:cs typeface="Arial"/>
              </a:rPr>
              <a:t>MCC Copilot is enough for every activity today.</a:t>
            </a:r>
          </a:p>
        </p:txBody>
      </p:sp>
    </p:spTree>
    <p:extLst>
      <p:ext uri="{BB962C8B-B14F-4D97-AF65-F5344CB8AC3E}">
        <p14:creationId xmlns:p14="http://schemas.microsoft.com/office/powerpoint/2010/main" val="1345487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664957-50CD-4881-973E-F03486069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101" name="Title 101"/>
          <p:cNvSpPr txBox="1"/>
          <p:nvPr/>
        </p:nvSpPr>
        <p:spPr>
          <a:xfrm>
            <a:off x="781050" y="590550"/>
            <a:ext cx="10620375" cy="685800"/>
          </a:xfrm>
          <a:prstGeom prst="rect">
            <a:avLst/>
          </a:prstGeom>
          <a:noFill/>
        </p:spPr>
        <p:txBody>
          <a:bodyPr wrap="square" anchor="ctr"/>
          <a:lstStyle/>
          <a:p>
            <a:pPr algn="l">
              <a:spcAft>
                <a:spcPts val="600"/>
              </a:spcAft>
              <a:buNone/>
            </a:pPr>
            <a:r>
              <a:rPr lang="en-US" sz="3150" b="1" dirty="0">
                <a:solidFill>
                  <a:srgbClr val="003C72"/>
                </a:solidFill>
                <a:latin typeface="Arial"/>
                <a:ea typeface="Arial"/>
                <a:cs typeface="Arial"/>
              </a:rPr>
              <a:t>MCC Policy: AI in Student Coursework</a:t>
            </a:r>
          </a:p>
        </p:txBody>
      </p:sp>
      <p:sp>
        <p:nvSpPr>
          <p:cNvPr id="102" name="Rule 102"/>
          <p:cNvSpPr/>
          <p:nvPr/>
        </p:nvSpPr>
        <p:spPr>
          <a:xfrm>
            <a:off x="781050" y="1371600"/>
            <a:ext cx="10620375" cy="38100"/>
          </a:xfrm>
          <a:prstGeom prst="rect">
            <a:avLst/>
          </a:prstGeom>
          <a:solidFill>
            <a:srgbClr val="FE5200"/>
          </a:solidFill>
          <a:ln>
            <a:noFill/>
          </a:ln>
        </p:spPr>
        <p:txBody>
          <a:bodyPr/>
          <a:lstStyle/>
          <a:p>
            <a:endParaRPr lang="en-US"/>
          </a:p>
        </p:txBody>
      </p:sp>
      <p:sp>
        <p:nvSpPr>
          <p:cNvPr id="103" name="Card 103"/>
          <p:cNvSpPr/>
          <p:nvPr/>
        </p:nvSpPr>
        <p:spPr>
          <a:xfrm>
            <a:off x="809625" y="1638300"/>
            <a:ext cx="3333750" cy="2133600"/>
          </a:xfrm>
          <a:prstGeom prst="roundRect">
            <a:avLst>
              <a:gd name="adj" fmla="val 2424"/>
            </a:avLst>
          </a:prstGeom>
          <a:solidFill>
            <a:srgbClr val="EEF3F7"/>
          </a:solidFill>
          <a:ln w="28575">
            <a:solidFill>
              <a:srgbClr val="C62828"/>
            </a:solidFill>
          </a:ln>
        </p:spPr>
        <p:txBody>
          <a:bodyPr/>
          <a:lstStyle/>
          <a:p>
            <a:endParaRPr lang="en-US"/>
          </a:p>
        </p:txBody>
      </p:sp>
      <p:sp>
        <p:nvSpPr>
          <p:cNvPr id="104" name="Light 104"/>
          <p:cNvSpPr/>
          <p:nvPr/>
        </p:nvSpPr>
        <p:spPr>
          <a:xfrm>
            <a:off x="1038225" y="1809750"/>
            <a:ext cx="2876550" cy="457200"/>
          </a:xfrm>
          <a:prstGeom prst="roundRect">
            <a:avLst>
              <a:gd name="adj" fmla="val 50000"/>
            </a:avLst>
          </a:prstGeom>
          <a:solidFill>
            <a:srgbClr val="C62828"/>
          </a:solidFill>
          <a:ln>
            <a:noFill/>
          </a:ln>
        </p:spPr>
        <p:txBody>
          <a:bodyPr/>
          <a:lstStyle/>
          <a:p>
            <a:endParaRPr lang="en-US"/>
          </a:p>
        </p:txBody>
      </p:sp>
      <p:sp>
        <p:nvSpPr>
          <p:cNvPr id="105" name="Light Label 105"/>
          <p:cNvSpPr txBox="1"/>
          <p:nvPr/>
        </p:nvSpPr>
        <p:spPr>
          <a:xfrm>
            <a:off x="1038225" y="1809750"/>
            <a:ext cx="2876550" cy="457200"/>
          </a:xfrm>
          <a:prstGeom prst="rect">
            <a:avLst/>
          </a:prstGeom>
          <a:noFill/>
        </p:spPr>
        <p:txBody>
          <a:bodyPr wrap="square" anchor="ctr"/>
          <a:lstStyle/>
          <a:p>
            <a:pPr algn="ctr">
              <a:spcAft>
                <a:spcPts val="0"/>
              </a:spcAft>
              <a:buNone/>
            </a:pPr>
            <a:r>
              <a:rPr lang="en-US" sz="1500" b="1" dirty="0">
                <a:solidFill>
                  <a:srgbClr val="FFFFFF"/>
                </a:solidFill>
                <a:latin typeface="Arial"/>
                <a:ea typeface="Arial"/>
                <a:cs typeface="Arial"/>
              </a:rPr>
              <a:t>RED LIGHT</a:t>
            </a:r>
          </a:p>
        </p:txBody>
      </p:sp>
      <p:sp>
        <p:nvSpPr>
          <p:cNvPr id="106" name="Card Head 106"/>
          <p:cNvSpPr txBox="1"/>
          <p:nvPr/>
        </p:nvSpPr>
        <p:spPr>
          <a:xfrm>
            <a:off x="1038225" y="2362200"/>
            <a:ext cx="2876550" cy="400050"/>
          </a:xfrm>
          <a:prstGeom prst="rect">
            <a:avLst/>
          </a:prstGeom>
          <a:noFill/>
        </p:spPr>
        <p:txBody>
          <a:bodyPr wrap="square" anchor="ctr"/>
          <a:lstStyle/>
          <a:p>
            <a:pPr algn="l">
              <a:spcAft>
                <a:spcPts val="0"/>
              </a:spcAft>
              <a:buNone/>
            </a:pPr>
            <a:r>
              <a:rPr lang="en-US" sz="1800" b="1" dirty="0">
                <a:solidFill>
                  <a:srgbClr val="003C72"/>
                </a:solidFill>
                <a:latin typeface="Arial"/>
                <a:ea typeface="Arial"/>
                <a:cs typeface="Arial"/>
              </a:rPr>
              <a:t>No AI allowed</a:t>
            </a:r>
          </a:p>
        </p:txBody>
      </p:sp>
      <p:sp>
        <p:nvSpPr>
          <p:cNvPr id="107" name="Card Body 107"/>
          <p:cNvSpPr txBox="1"/>
          <p:nvPr/>
        </p:nvSpPr>
        <p:spPr>
          <a:xfrm>
            <a:off x="1038225" y="2762250"/>
            <a:ext cx="2876550" cy="952500"/>
          </a:xfrm>
          <a:prstGeom prst="rect">
            <a:avLst/>
          </a:prstGeom>
          <a:noFill/>
        </p:spPr>
        <p:txBody>
          <a:bodyPr wrap="square" anchor="t"/>
          <a:lstStyle/>
          <a:p>
            <a:pPr algn="l">
              <a:spcAft>
                <a:spcPts val="0"/>
              </a:spcAft>
              <a:buNone/>
            </a:pPr>
            <a:r>
              <a:rPr lang="en-US" sz="1400" dirty="0">
                <a:solidFill>
                  <a:srgbClr val="003C72"/>
                </a:solidFill>
                <a:latin typeface="Arial"/>
                <a:ea typeface="Arial"/>
                <a:cs typeface="Arial"/>
              </a:rPr>
              <a:t>AI-generated content is strictly prohibited.</a:t>
            </a:r>
          </a:p>
        </p:txBody>
      </p:sp>
      <p:sp>
        <p:nvSpPr>
          <p:cNvPr id="108" name="Card 108"/>
          <p:cNvSpPr/>
          <p:nvPr/>
        </p:nvSpPr>
        <p:spPr>
          <a:xfrm>
            <a:off x="4572000" y="1638300"/>
            <a:ext cx="3333750" cy="2133600"/>
          </a:xfrm>
          <a:prstGeom prst="roundRect">
            <a:avLst>
              <a:gd name="adj" fmla="val 2424"/>
            </a:avLst>
          </a:prstGeom>
          <a:solidFill>
            <a:srgbClr val="EEF3F7"/>
          </a:solidFill>
          <a:ln w="28575">
            <a:solidFill>
              <a:srgbClr val="F2B705"/>
            </a:solidFill>
          </a:ln>
        </p:spPr>
        <p:txBody>
          <a:bodyPr/>
          <a:lstStyle/>
          <a:p>
            <a:endParaRPr lang="en-US"/>
          </a:p>
        </p:txBody>
      </p:sp>
      <p:sp>
        <p:nvSpPr>
          <p:cNvPr id="109" name="Light 109"/>
          <p:cNvSpPr/>
          <p:nvPr/>
        </p:nvSpPr>
        <p:spPr>
          <a:xfrm>
            <a:off x="4800600" y="1809750"/>
            <a:ext cx="2876550" cy="457200"/>
          </a:xfrm>
          <a:prstGeom prst="roundRect">
            <a:avLst>
              <a:gd name="adj" fmla="val 50000"/>
            </a:avLst>
          </a:prstGeom>
          <a:solidFill>
            <a:srgbClr val="F2B705"/>
          </a:solidFill>
          <a:ln>
            <a:noFill/>
          </a:ln>
        </p:spPr>
        <p:txBody>
          <a:bodyPr/>
          <a:lstStyle/>
          <a:p>
            <a:endParaRPr lang="en-US"/>
          </a:p>
        </p:txBody>
      </p:sp>
      <p:sp>
        <p:nvSpPr>
          <p:cNvPr id="110" name="Light Label 110"/>
          <p:cNvSpPr txBox="1"/>
          <p:nvPr/>
        </p:nvSpPr>
        <p:spPr>
          <a:xfrm>
            <a:off x="4800600" y="1809750"/>
            <a:ext cx="2876550" cy="457200"/>
          </a:xfrm>
          <a:prstGeom prst="rect">
            <a:avLst/>
          </a:prstGeom>
          <a:noFill/>
        </p:spPr>
        <p:txBody>
          <a:bodyPr wrap="square" anchor="ctr"/>
          <a:lstStyle/>
          <a:p>
            <a:pPr algn="ctr">
              <a:spcAft>
                <a:spcPts val="0"/>
              </a:spcAft>
              <a:buNone/>
            </a:pPr>
            <a:r>
              <a:rPr lang="en-US" sz="1500" b="1" dirty="0">
                <a:solidFill>
                  <a:srgbClr val="003C72"/>
                </a:solidFill>
                <a:latin typeface="Arial"/>
                <a:ea typeface="Arial"/>
                <a:cs typeface="Arial"/>
              </a:rPr>
              <a:t>YELLOW LIGHT</a:t>
            </a:r>
          </a:p>
        </p:txBody>
      </p:sp>
      <p:sp>
        <p:nvSpPr>
          <p:cNvPr id="111" name="Card Head 111"/>
          <p:cNvSpPr txBox="1"/>
          <p:nvPr/>
        </p:nvSpPr>
        <p:spPr>
          <a:xfrm>
            <a:off x="4800600" y="2362200"/>
            <a:ext cx="2876550" cy="400050"/>
          </a:xfrm>
          <a:prstGeom prst="rect">
            <a:avLst/>
          </a:prstGeom>
          <a:noFill/>
        </p:spPr>
        <p:txBody>
          <a:bodyPr wrap="square" anchor="ctr"/>
          <a:lstStyle/>
          <a:p>
            <a:pPr algn="l">
              <a:spcAft>
                <a:spcPts val="0"/>
              </a:spcAft>
              <a:buNone/>
            </a:pPr>
            <a:r>
              <a:rPr lang="en-US" sz="1800" b="1" dirty="0">
                <a:solidFill>
                  <a:srgbClr val="003C72"/>
                </a:solidFill>
                <a:latin typeface="Arial"/>
                <a:ea typeface="Arial"/>
                <a:cs typeface="Arial"/>
              </a:rPr>
              <a:t>Restricted AI use</a:t>
            </a:r>
          </a:p>
        </p:txBody>
      </p:sp>
      <p:sp>
        <p:nvSpPr>
          <p:cNvPr id="112" name="Card Body 112"/>
          <p:cNvSpPr txBox="1"/>
          <p:nvPr/>
        </p:nvSpPr>
        <p:spPr>
          <a:xfrm>
            <a:off x="4800600" y="2762250"/>
            <a:ext cx="2876550" cy="952500"/>
          </a:xfrm>
          <a:prstGeom prst="rect">
            <a:avLst/>
          </a:prstGeom>
          <a:noFill/>
        </p:spPr>
        <p:txBody>
          <a:bodyPr wrap="square" anchor="t"/>
          <a:lstStyle/>
          <a:p>
            <a:pPr algn="l">
              <a:spcAft>
                <a:spcPts val="0"/>
              </a:spcAft>
              <a:buNone/>
            </a:pPr>
            <a:r>
              <a:rPr lang="en-US" sz="1400" dirty="0">
                <a:solidFill>
                  <a:srgbClr val="003C72"/>
                </a:solidFill>
                <a:latin typeface="Arial"/>
                <a:ea typeface="Arial"/>
                <a:cs typeface="Arial"/>
              </a:rPr>
              <a:t>AI only within instructor-defined limits, such as brainstorming, formatting, or data visualization.</a:t>
            </a:r>
          </a:p>
        </p:txBody>
      </p:sp>
      <p:sp>
        <p:nvSpPr>
          <p:cNvPr id="113" name="Card 113"/>
          <p:cNvSpPr/>
          <p:nvPr/>
        </p:nvSpPr>
        <p:spPr>
          <a:xfrm>
            <a:off x="8334375" y="1638300"/>
            <a:ext cx="3333750" cy="2133600"/>
          </a:xfrm>
          <a:prstGeom prst="roundRect">
            <a:avLst>
              <a:gd name="adj" fmla="val 2424"/>
            </a:avLst>
          </a:prstGeom>
          <a:solidFill>
            <a:srgbClr val="EEF3F7"/>
          </a:solidFill>
          <a:ln w="28575">
            <a:solidFill>
              <a:srgbClr val="2E7D32"/>
            </a:solidFill>
          </a:ln>
        </p:spPr>
        <p:txBody>
          <a:bodyPr/>
          <a:lstStyle/>
          <a:p>
            <a:endParaRPr lang="en-US"/>
          </a:p>
        </p:txBody>
      </p:sp>
      <p:sp>
        <p:nvSpPr>
          <p:cNvPr id="114" name="Light 114"/>
          <p:cNvSpPr/>
          <p:nvPr/>
        </p:nvSpPr>
        <p:spPr>
          <a:xfrm>
            <a:off x="8562975" y="1809750"/>
            <a:ext cx="2876550" cy="457200"/>
          </a:xfrm>
          <a:prstGeom prst="roundRect">
            <a:avLst>
              <a:gd name="adj" fmla="val 50000"/>
            </a:avLst>
          </a:prstGeom>
          <a:solidFill>
            <a:srgbClr val="2E7D32"/>
          </a:solidFill>
          <a:ln>
            <a:noFill/>
          </a:ln>
        </p:spPr>
        <p:txBody>
          <a:bodyPr/>
          <a:lstStyle/>
          <a:p>
            <a:endParaRPr lang="en-US"/>
          </a:p>
        </p:txBody>
      </p:sp>
      <p:sp>
        <p:nvSpPr>
          <p:cNvPr id="115" name="Light Label 115"/>
          <p:cNvSpPr txBox="1"/>
          <p:nvPr/>
        </p:nvSpPr>
        <p:spPr>
          <a:xfrm>
            <a:off x="8562975" y="1809750"/>
            <a:ext cx="2876550" cy="457200"/>
          </a:xfrm>
          <a:prstGeom prst="rect">
            <a:avLst/>
          </a:prstGeom>
          <a:noFill/>
        </p:spPr>
        <p:txBody>
          <a:bodyPr wrap="square" anchor="ctr"/>
          <a:lstStyle/>
          <a:p>
            <a:pPr algn="ctr">
              <a:spcAft>
                <a:spcPts val="0"/>
              </a:spcAft>
              <a:buNone/>
            </a:pPr>
            <a:r>
              <a:rPr lang="en-US" sz="1500" b="1" dirty="0">
                <a:solidFill>
                  <a:srgbClr val="FFFFFF"/>
                </a:solidFill>
                <a:latin typeface="Arial"/>
                <a:ea typeface="Arial"/>
                <a:cs typeface="Arial"/>
              </a:rPr>
              <a:t>GREEN LIGHT</a:t>
            </a:r>
          </a:p>
        </p:txBody>
      </p:sp>
      <p:sp>
        <p:nvSpPr>
          <p:cNvPr id="116" name="Card Head 116"/>
          <p:cNvSpPr txBox="1"/>
          <p:nvPr/>
        </p:nvSpPr>
        <p:spPr>
          <a:xfrm>
            <a:off x="8562975" y="2362200"/>
            <a:ext cx="2876550" cy="400050"/>
          </a:xfrm>
          <a:prstGeom prst="rect">
            <a:avLst/>
          </a:prstGeom>
          <a:noFill/>
        </p:spPr>
        <p:txBody>
          <a:bodyPr wrap="square" anchor="ctr"/>
          <a:lstStyle/>
          <a:p>
            <a:pPr algn="l">
              <a:spcAft>
                <a:spcPts val="0"/>
              </a:spcAft>
              <a:buNone/>
            </a:pPr>
            <a:r>
              <a:rPr lang="en-US" sz="1800" b="1" dirty="0">
                <a:solidFill>
                  <a:srgbClr val="003C72"/>
                </a:solidFill>
                <a:latin typeface="Arial"/>
                <a:ea typeface="Arial"/>
                <a:cs typeface="Arial"/>
              </a:rPr>
              <a:t>Full AI use allowed</a:t>
            </a:r>
          </a:p>
        </p:txBody>
      </p:sp>
      <p:sp>
        <p:nvSpPr>
          <p:cNvPr id="117" name="Card Body 117"/>
          <p:cNvSpPr txBox="1"/>
          <p:nvPr/>
        </p:nvSpPr>
        <p:spPr>
          <a:xfrm>
            <a:off x="8562975" y="2762250"/>
            <a:ext cx="2876550" cy="952500"/>
          </a:xfrm>
          <a:prstGeom prst="rect">
            <a:avLst/>
          </a:prstGeom>
          <a:noFill/>
        </p:spPr>
        <p:txBody>
          <a:bodyPr wrap="square" anchor="t"/>
          <a:lstStyle/>
          <a:p>
            <a:pPr algn="l">
              <a:spcAft>
                <a:spcPts val="0"/>
              </a:spcAft>
              <a:buNone/>
            </a:pPr>
            <a:r>
              <a:rPr lang="en-US" sz="1400" dirty="0">
                <a:solidFill>
                  <a:srgbClr val="003C72"/>
                </a:solidFill>
                <a:latin typeface="Arial"/>
                <a:ea typeface="Arial"/>
                <a:cs typeface="Arial"/>
              </a:rPr>
              <a:t>Permitted, with responsible, ethical use and disclosure.</a:t>
            </a:r>
          </a:p>
        </p:txBody>
      </p:sp>
      <p:sp>
        <p:nvSpPr>
          <p:cNvPr id="118" name="Authority 118"/>
          <p:cNvSpPr txBox="1"/>
          <p:nvPr/>
        </p:nvSpPr>
        <p:spPr>
          <a:xfrm>
            <a:off x="809625" y="3848100"/>
            <a:ext cx="10858500" cy="400050"/>
          </a:xfrm>
          <a:prstGeom prst="rect">
            <a:avLst/>
          </a:prstGeom>
          <a:noFill/>
        </p:spPr>
        <p:txBody>
          <a:bodyPr wrap="square" anchor="ctr"/>
          <a:lstStyle/>
          <a:p>
            <a:pPr algn="l">
              <a:spcAft>
                <a:spcPts val="0"/>
              </a:spcAft>
              <a:buNone/>
            </a:pPr>
            <a:r>
              <a:rPr lang="en-US" sz="1500" b="1" dirty="0">
                <a:solidFill>
                  <a:srgbClr val="003C72"/>
                </a:solidFill>
                <a:latin typeface="Arial"/>
                <a:ea typeface="Arial"/>
                <a:cs typeface="Arial"/>
              </a:rPr>
              <a:t>Instructors decide </a:t>
            </a:r>
            <a:r>
              <a:rPr lang="en-US" sz="1500" dirty="0">
                <a:solidFill>
                  <a:srgbClr val="003C72"/>
                </a:solidFill>
                <a:latin typeface="Arial"/>
                <a:ea typeface="Arial"/>
                <a:cs typeface="Arial"/>
              </a:rPr>
              <a:t>if, when, and how students may use AI. Name your level in the syllabus and course shell.</a:t>
            </a:r>
          </a:p>
        </p:txBody>
      </p:sp>
      <p:sp>
        <p:nvSpPr>
          <p:cNvPr id="119" name="Bar 119"/>
          <p:cNvSpPr/>
          <p:nvPr/>
        </p:nvSpPr>
        <p:spPr>
          <a:xfrm>
            <a:off x="809625" y="4343400"/>
            <a:ext cx="10858500" cy="838200"/>
          </a:xfrm>
          <a:prstGeom prst="roundRect">
            <a:avLst>
              <a:gd name="adj" fmla="val 12000"/>
            </a:avLst>
          </a:prstGeom>
          <a:solidFill>
            <a:srgbClr val="003C72"/>
          </a:solidFill>
          <a:ln>
            <a:noFill/>
          </a:ln>
        </p:spPr>
        <p:txBody>
          <a:bodyPr/>
          <a:lstStyle/>
          <a:p>
            <a:endParaRPr lang="en-US"/>
          </a:p>
        </p:txBody>
      </p:sp>
      <p:sp>
        <p:nvSpPr>
          <p:cNvPr id="120" name="Bar Text 120"/>
          <p:cNvSpPr txBox="1"/>
          <p:nvPr/>
        </p:nvSpPr>
        <p:spPr>
          <a:xfrm>
            <a:off x="1028700" y="4381500"/>
            <a:ext cx="10420350" cy="762000"/>
          </a:xfrm>
          <a:prstGeom prst="rect">
            <a:avLst/>
          </a:prstGeom>
          <a:noFill/>
        </p:spPr>
        <p:txBody>
          <a:bodyPr wrap="square" anchor="ctr"/>
          <a:lstStyle/>
          <a:p>
            <a:pPr algn="l">
              <a:spcAft>
                <a:spcPts val="0"/>
              </a:spcAft>
              <a:buNone/>
            </a:pPr>
            <a:r>
              <a:rPr lang="en-US" sz="1500" b="1" dirty="0">
                <a:solidFill>
                  <a:srgbClr val="FFB27F"/>
                </a:solidFill>
                <a:latin typeface="Arial"/>
                <a:ea typeface="Arial"/>
                <a:cs typeface="Arial"/>
              </a:rPr>
              <a:t>At every level, students: </a:t>
            </a:r>
            <a:r>
              <a:rPr lang="en-US" sz="1500" dirty="0">
                <a:solidFill>
                  <a:srgbClr val="FFFFFF"/>
                </a:solidFill>
                <a:latin typeface="Arial"/>
                <a:ea typeface="Arial"/>
                <a:cs typeface="Arial"/>
              </a:rPr>
              <a:t>uphold the Academic Integrity Policy · disclose AI use when required · cite AI tools that shaped their work · verify AI output for accuracy</a:t>
            </a:r>
          </a:p>
        </p:txBody>
      </p:sp>
      <p:sp>
        <p:nvSpPr>
          <p:cNvPr id="121" name="Citation 121"/>
          <p:cNvSpPr txBox="1"/>
          <p:nvPr/>
        </p:nvSpPr>
        <p:spPr>
          <a:xfrm>
            <a:off x="781050" y="5295900"/>
            <a:ext cx="10620375" cy="533400"/>
          </a:xfrm>
          <a:prstGeom prst="rect">
            <a:avLst/>
          </a:prstGeom>
          <a:noFill/>
        </p:spPr>
        <p:txBody>
          <a:bodyPr wrap="square" anchor="t"/>
          <a:lstStyle/>
          <a:p>
            <a:pPr algn="l">
              <a:spcAft>
                <a:spcPts val="0"/>
              </a:spcAft>
              <a:buNone/>
            </a:pPr>
            <a:r>
              <a:rPr lang="en-US" sz="1100" b="1" dirty="0">
                <a:solidFill>
                  <a:srgbClr val="4A6075"/>
                </a:solidFill>
                <a:latin typeface="Arial"/>
                <a:ea typeface="Arial"/>
                <a:cs typeface="Arial"/>
              </a:rPr>
              <a:t>Source: </a:t>
            </a:r>
            <a:r>
              <a:rPr lang="en-US" sz="1100" dirty="0">
                <a:solidFill>
                  <a:srgbClr val="4A6075"/>
                </a:solidFill>
                <a:latin typeface="Arial"/>
                <a:ea typeface="Arial"/>
                <a:cs typeface="Arial"/>
              </a:rPr>
              <a:t>AI Stoplight Framework; Faculty/Part-time Instructors Handbook, Version 11 (effective Sept. 1, 2025), §1.11 “Use of Artificial Intelligence,” pp. 12–13.</a:t>
            </a:r>
          </a:p>
        </p:txBody>
      </p:sp>
    </p:spTree>
    <p:extLst>
      <p:ext uri="{BB962C8B-B14F-4D97-AF65-F5344CB8AC3E}">
        <p14:creationId xmlns:p14="http://schemas.microsoft.com/office/powerpoint/2010/main" val="637526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664957-50CD-4881-973E-F03486069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101" name="Title 101"/>
          <p:cNvSpPr txBox="1"/>
          <p:nvPr/>
        </p:nvSpPr>
        <p:spPr>
          <a:xfrm>
            <a:off x="781050" y="590550"/>
            <a:ext cx="10620375" cy="685800"/>
          </a:xfrm>
          <a:prstGeom prst="rect">
            <a:avLst/>
          </a:prstGeom>
          <a:noFill/>
        </p:spPr>
        <p:txBody>
          <a:bodyPr wrap="square" anchor="ctr"/>
          <a:lstStyle/>
          <a:p>
            <a:pPr algn="l">
              <a:spcAft>
                <a:spcPts val="600"/>
              </a:spcAft>
              <a:buNone/>
            </a:pPr>
            <a:r>
              <a:rPr lang="en-US" sz="3150" b="1" dirty="0">
                <a:solidFill>
                  <a:srgbClr val="003C72"/>
                </a:solidFill>
                <a:latin typeface="Arial"/>
                <a:ea typeface="Arial"/>
                <a:cs typeface="Arial"/>
              </a:rPr>
              <a:t>MCC Policy: Faculty Use of AI</a:t>
            </a:r>
          </a:p>
        </p:txBody>
      </p:sp>
      <p:sp>
        <p:nvSpPr>
          <p:cNvPr id="102" name="Rule 102"/>
          <p:cNvSpPr/>
          <p:nvPr/>
        </p:nvSpPr>
        <p:spPr>
          <a:xfrm>
            <a:off x="781050" y="1371600"/>
            <a:ext cx="10620375" cy="38100"/>
          </a:xfrm>
          <a:prstGeom prst="rect">
            <a:avLst/>
          </a:prstGeom>
          <a:solidFill>
            <a:srgbClr val="FE5200"/>
          </a:solidFill>
          <a:ln>
            <a:noFill/>
          </a:ln>
        </p:spPr>
        <p:txBody>
          <a:bodyPr/>
          <a:lstStyle/>
          <a:p>
            <a:endParaRPr lang="en-US"/>
          </a:p>
        </p:txBody>
      </p:sp>
      <p:sp>
        <p:nvSpPr>
          <p:cNvPr id="103" name="Card 103"/>
          <p:cNvSpPr/>
          <p:nvPr/>
        </p:nvSpPr>
        <p:spPr>
          <a:xfrm>
            <a:off x="809625" y="1638300"/>
            <a:ext cx="3333750" cy="2324100"/>
          </a:xfrm>
          <a:prstGeom prst="roundRect">
            <a:avLst>
              <a:gd name="adj" fmla="val 2424"/>
            </a:avLst>
          </a:prstGeom>
          <a:solidFill>
            <a:srgbClr val="EEF3F7"/>
          </a:solidFill>
          <a:ln w="19050">
            <a:solidFill>
              <a:srgbClr val="003C72"/>
            </a:solidFill>
          </a:ln>
        </p:spPr>
        <p:txBody>
          <a:bodyPr/>
          <a:lstStyle/>
          <a:p>
            <a:endParaRPr lang="en-US"/>
          </a:p>
        </p:txBody>
      </p:sp>
      <p:sp>
        <p:nvSpPr>
          <p:cNvPr id="104" name="Card Label 104"/>
          <p:cNvSpPr txBox="1"/>
          <p:nvPr/>
        </p:nvSpPr>
        <p:spPr>
          <a:xfrm>
            <a:off x="1038225" y="1828800"/>
            <a:ext cx="2876550" cy="647700"/>
          </a:xfrm>
          <a:prstGeom prst="rect">
            <a:avLst/>
          </a:prstGeom>
          <a:noFill/>
        </p:spPr>
        <p:txBody>
          <a:bodyPr wrap="square" anchor="t"/>
          <a:lstStyle/>
          <a:p>
            <a:pPr algn="l">
              <a:spcAft>
                <a:spcPts val="0"/>
              </a:spcAft>
              <a:buNone/>
            </a:pPr>
            <a:r>
              <a:rPr lang="en-US" sz="1600" b="1" dirty="0">
                <a:solidFill>
                  <a:srgbClr val="003C72"/>
                </a:solidFill>
                <a:latin typeface="Arial"/>
                <a:ea typeface="Arial"/>
                <a:cs typeface="Arial"/>
              </a:rPr>
              <a:t>PROTECT STUDENT PRIVACY</a:t>
            </a:r>
          </a:p>
        </p:txBody>
      </p:sp>
      <p:sp>
        <p:nvSpPr>
          <p:cNvPr id="105" name="Card Body 105"/>
          <p:cNvSpPr txBox="1"/>
          <p:nvPr/>
        </p:nvSpPr>
        <p:spPr>
          <a:xfrm>
            <a:off x="1038225" y="2533650"/>
            <a:ext cx="2876550" cy="1638300"/>
          </a:xfrm>
          <a:prstGeom prst="rect">
            <a:avLst/>
          </a:prstGeom>
          <a:noFill/>
        </p:spPr>
        <p:txBody>
          <a:bodyPr wrap="square" anchor="t"/>
          <a:lstStyle/>
          <a:p>
            <a:pPr algn="l">
              <a:spcAft>
                <a:spcPts val="0"/>
              </a:spcAft>
              <a:buNone/>
            </a:pPr>
            <a:r>
              <a:rPr lang="en-US" sz="1500" dirty="0">
                <a:solidFill>
                  <a:srgbClr val="003C72"/>
                </a:solidFill>
                <a:latin typeface="Arial"/>
                <a:ea typeface="Arial"/>
                <a:cs typeface="Arial"/>
              </a:rPr>
              <a:t>Do not enter personally identifiable student information into AI tools: names, ID numbers, grades, or other sensitive data.</a:t>
            </a:r>
          </a:p>
        </p:txBody>
      </p:sp>
      <p:sp>
        <p:nvSpPr>
          <p:cNvPr id="106" name="Card 106"/>
          <p:cNvSpPr/>
          <p:nvPr/>
        </p:nvSpPr>
        <p:spPr>
          <a:xfrm>
            <a:off x="4572000" y="1638300"/>
            <a:ext cx="3333750" cy="2324100"/>
          </a:xfrm>
          <a:prstGeom prst="roundRect">
            <a:avLst>
              <a:gd name="adj" fmla="val 2424"/>
            </a:avLst>
          </a:prstGeom>
          <a:solidFill>
            <a:srgbClr val="FFFFFF"/>
          </a:solidFill>
          <a:ln w="19050">
            <a:solidFill>
              <a:srgbClr val="FE5200"/>
            </a:solidFill>
          </a:ln>
        </p:spPr>
        <p:txBody>
          <a:bodyPr/>
          <a:lstStyle/>
          <a:p>
            <a:endParaRPr lang="en-US"/>
          </a:p>
        </p:txBody>
      </p:sp>
      <p:sp>
        <p:nvSpPr>
          <p:cNvPr id="107" name="Card Label 107"/>
          <p:cNvSpPr txBox="1"/>
          <p:nvPr/>
        </p:nvSpPr>
        <p:spPr>
          <a:xfrm>
            <a:off x="4800600" y="1828800"/>
            <a:ext cx="2876550" cy="647700"/>
          </a:xfrm>
          <a:prstGeom prst="rect">
            <a:avLst/>
          </a:prstGeom>
          <a:noFill/>
        </p:spPr>
        <p:txBody>
          <a:bodyPr wrap="square" anchor="t"/>
          <a:lstStyle/>
          <a:p>
            <a:pPr algn="l">
              <a:spcAft>
                <a:spcPts val="0"/>
              </a:spcAft>
              <a:buNone/>
            </a:pPr>
            <a:r>
              <a:rPr lang="en-US" sz="1600" b="1" dirty="0">
                <a:solidFill>
                  <a:srgbClr val="FE5200"/>
                </a:solidFill>
                <a:latin typeface="Arial"/>
                <a:ea typeface="Arial"/>
                <a:cs typeface="Arial"/>
              </a:rPr>
              <a:t>AVOID UPLOADING STUDENT WORK</a:t>
            </a:r>
          </a:p>
        </p:txBody>
      </p:sp>
      <p:sp>
        <p:nvSpPr>
          <p:cNvPr id="108" name="Card Body 108"/>
          <p:cNvSpPr txBox="1"/>
          <p:nvPr/>
        </p:nvSpPr>
        <p:spPr>
          <a:xfrm>
            <a:off x="4800600" y="2533650"/>
            <a:ext cx="2876550" cy="1638300"/>
          </a:xfrm>
          <a:prstGeom prst="rect">
            <a:avLst/>
          </a:prstGeom>
          <a:noFill/>
        </p:spPr>
        <p:txBody>
          <a:bodyPr wrap="square" anchor="t"/>
          <a:lstStyle/>
          <a:p>
            <a:pPr algn="l">
              <a:spcAft>
                <a:spcPts val="0"/>
              </a:spcAft>
              <a:buNone/>
            </a:pPr>
            <a:r>
              <a:rPr lang="en-US" sz="1500" dirty="0">
                <a:solidFill>
                  <a:srgbClr val="003C72"/>
                </a:solidFill>
                <a:latin typeface="Arial"/>
                <a:ea typeface="Arial"/>
                <a:cs typeface="Arial"/>
              </a:rPr>
              <a:t>Faculty are strongly discouraged from submitting student assignments, assessments, or other academic work to AI tools.</a:t>
            </a:r>
          </a:p>
        </p:txBody>
      </p:sp>
      <p:sp>
        <p:nvSpPr>
          <p:cNvPr id="109" name="Card 109"/>
          <p:cNvSpPr/>
          <p:nvPr/>
        </p:nvSpPr>
        <p:spPr>
          <a:xfrm>
            <a:off x="8334375" y="1638300"/>
            <a:ext cx="3333750" cy="2324100"/>
          </a:xfrm>
          <a:prstGeom prst="roundRect">
            <a:avLst>
              <a:gd name="adj" fmla="val 2424"/>
            </a:avLst>
          </a:prstGeom>
          <a:solidFill>
            <a:srgbClr val="EEF3F7"/>
          </a:solidFill>
          <a:ln w="19050">
            <a:solidFill>
              <a:srgbClr val="003C72"/>
            </a:solidFill>
          </a:ln>
        </p:spPr>
        <p:txBody>
          <a:bodyPr/>
          <a:lstStyle/>
          <a:p>
            <a:endParaRPr lang="en-US"/>
          </a:p>
        </p:txBody>
      </p:sp>
      <p:sp>
        <p:nvSpPr>
          <p:cNvPr id="110" name="Card Label 110"/>
          <p:cNvSpPr txBox="1"/>
          <p:nvPr/>
        </p:nvSpPr>
        <p:spPr>
          <a:xfrm>
            <a:off x="8562975" y="1828800"/>
            <a:ext cx="2876550" cy="647700"/>
          </a:xfrm>
          <a:prstGeom prst="rect">
            <a:avLst/>
          </a:prstGeom>
          <a:noFill/>
        </p:spPr>
        <p:txBody>
          <a:bodyPr wrap="square" anchor="t"/>
          <a:lstStyle/>
          <a:p>
            <a:pPr algn="l">
              <a:spcAft>
                <a:spcPts val="0"/>
              </a:spcAft>
              <a:buNone/>
            </a:pPr>
            <a:r>
              <a:rPr lang="en-US" sz="1600" b="1" dirty="0">
                <a:solidFill>
                  <a:srgbClr val="003C72"/>
                </a:solidFill>
                <a:latin typeface="Arial"/>
                <a:ea typeface="Arial"/>
                <a:cs typeface="Arial"/>
              </a:rPr>
              <a:t>BE TRANSPARENT WITH STUDENTS</a:t>
            </a:r>
          </a:p>
        </p:txBody>
      </p:sp>
      <p:sp>
        <p:nvSpPr>
          <p:cNvPr id="111" name="Card Body 111"/>
          <p:cNvSpPr txBox="1"/>
          <p:nvPr/>
        </p:nvSpPr>
        <p:spPr>
          <a:xfrm>
            <a:off x="8562975" y="2533650"/>
            <a:ext cx="2876550" cy="1638300"/>
          </a:xfrm>
          <a:prstGeom prst="rect">
            <a:avLst/>
          </a:prstGeom>
          <a:noFill/>
        </p:spPr>
        <p:txBody>
          <a:bodyPr wrap="square" anchor="t"/>
          <a:lstStyle/>
          <a:p>
            <a:pPr algn="l">
              <a:spcAft>
                <a:spcPts val="0"/>
              </a:spcAft>
              <a:buNone/>
            </a:pPr>
            <a:r>
              <a:rPr lang="en-US" sz="1500" dirty="0">
                <a:solidFill>
                  <a:srgbClr val="003C72"/>
                </a:solidFill>
                <a:latin typeface="Arial"/>
                <a:ea typeface="Arial"/>
                <a:cs typeface="Arial"/>
              </a:rPr>
              <a:t>When AI-generated images, text, or video appear in course materials, disclose that clearly.</a:t>
            </a:r>
          </a:p>
        </p:txBody>
      </p:sp>
      <p:sp>
        <p:nvSpPr>
          <p:cNvPr id="112" name="Bar 112"/>
          <p:cNvSpPr/>
          <p:nvPr/>
        </p:nvSpPr>
        <p:spPr>
          <a:xfrm>
            <a:off x="809625" y="4152900"/>
            <a:ext cx="10858500" cy="685800"/>
          </a:xfrm>
          <a:prstGeom prst="roundRect">
            <a:avLst>
              <a:gd name="adj" fmla="val 14000"/>
            </a:avLst>
          </a:prstGeom>
          <a:solidFill>
            <a:srgbClr val="003C72"/>
          </a:solidFill>
          <a:ln>
            <a:noFill/>
          </a:ln>
        </p:spPr>
        <p:txBody>
          <a:bodyPr/>
          <a:lstStyle/>
          <a:p>
            <a:endParaRPr lang="en-US"/>
          </a:p>
        </p:txBody>
      </p:sp>
      <p:sp>
        <p:nvSpPr>
          <p:cNvPr id="113" name="Bar Text 113"/>
          <p:cNvSpPr txBox="1"/>
          <p:nvPr/>
        </p:nvSpPr>
        <p:spPr>
          <a:xfrm>
            <a:off x="1028700" y="4191000"/>
            <a:ext cx="10420350" cy="609600"/>
          </a:xfrm>
          <a:prstGeom prst="rect">
            <a:avLst/>
          </a:prstGeom>
          <a:noFill/>
        </p:spPr>
        <p:txBody>
          <a:bodyPr wrap="square" anchor="ctr"/>
          <a:lstStyle/>
          <a:p>
            <a:pPr algn="l">
              <a:spcAft>
                <a:spcPts val="0"/>
              </a:spcAft>
              <a:buNone/>
            </a:pPr>
            <a:r>
              <a:rPr lang="en-US" sz="1500" b="1" dirty="0">
                <a:solidFill>
                  <a:srgbClr val="FFB27F"/>
                </a:solidFill>
                <a:latin typeface="Arial"/>
                <a:ea typeface="Arial"/>
                <a:cs typeface="Arial"/>
              </a:rPr>
              <a:t>Why: </a:t>
            </a:r>
            <a:r>
              <a:rPr lang="en-US" sz="1500" dirty="0">
                <a:solidFill>
                  <a:srgbClr val="FFFFFF"/>
                </a:solidFill>
                <a:latin typeface="Arial"/>
                <a:ea typeface="Arial"/>
                <a:cs typeface="Arial"/>
              </a:rPr>
              <a:t>MCC cannot fully control how outside AI platforms store or use data. These rules sit alongside the Academic Integrity Policy and Procedure CR-I.</a:t>
            </a:r>
          </a:p>
        </p:txBody>
      </p:sp>
      <p:sp>
        <p:nvSpPr>
          <p:cNvPr id="114" name="Citation 114"/>
          <p:cNvSpPr txBox="1"/>
          <p:nvPr/>
        </p:nvSpPr>
        <p:spPr>
          <a:xfrm>
            <a:off x="781050" y="4991100"/>
            <a:ext cx="10620375" cy="533400"/>
          </a:xfrm>
          <a:prstGeom prst="rect">
            <a:avLst/>
          </a:prstGeom>
          <a:noFill/>
        </p:spPr>
        <p:txBody>
          <a:bodyPr wrap="square" anchor="t"/>
          <a:lstStyle/>
          <a:p>
            <a:pPr algn="l">
              <a:spcAft>
                <a:spcPts val="0"/>
              </a:spcAft>
              <a:buNone/>
            </a:pPr>
            <a:r>
              <a:rPr lang="en-US" sz="1100" b="1" dirty="0">
                <a:solidFill>
                  <a:srgbClr val="4A6075"/>
                </a:solidFill>
                <a:latin typeface="Arial"/>
                <a:ea typeface="Arial"/>
                <a:cs typeface="Arial"/>
              </a:rPr>
              <a:t>Sources: </a:t>
            </a:r>
            <a:r>
              <a:rPr lang="en-US" sz="1100" dirty="0">
                <a:solidFill>
                  <a:srgbClr val="4A6075"/>
                </a:solidFill>
                <a:latin typeface="Arial"/>
                <a:ea typeface="Arial"/>
                <a:cs typeface="Arial"/>
              </a:rPr>
              <a:t>MCC Faculty/Part-time Instructors Handbook, Version 11 (eff. Sept. 1, 2025), §1.11, p. 13 · MCC Procedure CR-I, Technology Resources (rev. Aug. 26, 2025)</a:t>
            </a:r>
          </a:p>
        </p:txBody>
      </p:sp>
    </p:spTree>
    <p:extLst>
      <p:ext uri="{BB962C8B-B14F-4D97-AF65-F5344CB8AC3E}">
        <p14:creationId xmlns:p14="http://schemas.microsoft.com/office/powerpoint/2010/main" val="637526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664957-50CD-4881-973E-F03486069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101" name="Title 101"/>
          <p:cNvSpPr txBox="1"/>
          <p:nvPr/>
        </p:nvSpPr>
        <p:spPr>
          <a:xfrm>
            <a:off x="781050" y="590550"/>
            <a:ext cx="10620375" cy="685800"/>
          </a:xfrm>
          <a:prstGeom prst="rect">
            <a:avLst/>
          </a:prstGeom>
          <a:noFill/>
        </p:spPr>
        <p:txBody>
          <a:bodyPr wrap="square" anchor="ctr"/>
          <a:lstStyle/>
          <a:p>
            <a:pPr algn="l">
              <a:spcAft>
                <a:spcPts val="600"/>
              </a:spcAft>
              <a:buNone/>
            </a:pPr>
            <a:r>
              <a:rPr lang="en-US" sz="3150" b="1" dirty="0">
                <a:solidFill>
                  <a:srgbClr val="003C72"/>
                </a:solidFill>
                <a:latin typeface="Arial"/>
                <a:ea typeface="Arial"/>
                <a:cs typeface="Arial"/>
              </a:rPr>
              <a:t>What Data Can Go into AI</a:t>
            </a:r>
          </a:p>
        </p:txBody>
      </p:sp>
      <p:sp>
        <p:nvSpPr>
          <p:cNvPr id="102" name="Rule 102"/>
          <p:cNvSpPr/>
          <p:nvPr/>
        </p:nvSpPr>
        <p:spPr>
          <a:xfrm>
            <a:off x="781050" y="1371600"/>
            <a:ext cx="10620375" cy="38100"/>
          </a:xfrm>
          <a:prstGeom prst="rect">
            <a:avLst/>
          </a:prstGeom>
          <a:solidFill>
            <a:srgbClr val="FE5200"/>
          </a:solidFill>
          <a:ln>
            <a:noFill/>
          </a:ln>
        </p:spPr>
        <p:txBody>
          <a:bodyPr/>
          <a:lstStyle/>
          <a:p>
            <a:endParaRPr lang="en-US"/>
          </a:p>
        </p:txBody>
      </p:sp>
      <p:sp>
        <p:nvSpPr>
          <p:cNvPr id="103" name="Card 103"/>
          <p:cNvSpPr/>
          <p:nvPr/>
        </p:nvSpPr>
        <p:spPr>
          <a:xfrm>
            <a:off x="809625" y="1714500"/>
            <a:ext cx="3333750" cy="3048000"/>
          </a:xfrm>
          <a:prstGeom prst="roundRect">
            <a:avLst>
              <a:gd name="adj" fmla="val 2424"/>
            </a:avLst>
          </a:prstGeom>
          <a:solidFill>
            <a:srgbClr val="EEF3F7"/>
          </a:solidFill>
          <a:ln w="28575">
            <a:solidFill>
              <a:srgbClr val="2E7D32"/>
            </a:solidFill>
          </a:ln>
        </p:spPr>
        <p:txBody>
          <a:bodyPr/>
          <a:lstStyle/>
          <a:p>
            <a:endParaRPr lang="en-US"/>
          </a:p>
        </p:txBody>
      </p:sp>
      <p:sp>
        <p:nvSpPr>
          <p:cNvPr id="104" name="Light 104"/>
          <p:cNvSpPr/>
          <p:nvPr/>
        </p:nvSpPr>
        <p:spPr>
          <a:xfrm>
            <a:off x="1038225" y="1905000"/>
            <a:ext cx="2876550" cy="495300"/>
          </a:xfrm>
          <a:prstGeom prst="roundRect">
            <a:avLst>
              <a:gd name="adj" fmla="val 50000"/>
            </a:avLst>
          </a:prstGeom>
          <a:solidFill>
            <a:srgbClr val="2E7D32"/>
          </a:solidFill>
          <a:ln>
            <a:noFill/>
          </a:ln>
        </p:spPr>
        <p:txBody>
          <a:bodyPr/>
          <a:lstStyle/>
          <a:p>
            <a:endParaRPr lang="en-US"/>
          </a:p>
        </p:txBody>
      </p:sp>
      <p:sp>
        <p:nvSpPr>
          <p:cNvPr id="105" name="Light Label 105"/>
          <p:cNvSpPr txBox="1"/>
          <p:nvPr/>
        </p:nvSpPr>
        <p:spPr>
          <a:xfrm>
            <a:off x="1038225" y="1905000"/>
            <a:ext cx="2876550" cy="495300"/>
          </a:xfrm>
          <a:prstGeom prst="rect">
            <a:avLst/>
          </a:prstGeom>
          <a:noFill/>
        </p:spPr>
        <p:txBody>
          <a:bodyPr wrap="square" anchor="ctr"/>
          <a:lstStyle/>
          <a:p>
            <a:pPr algn="ctr">
              <a:spcAft>
                <a:spcPts val="0"/>
              </a:spcAft>
              <a:buNone/>
            </a:pPr>
            <a:r>
              <a:rPr lang="en-US" sz="1500" b="1" dirty="0">
                <a:solidFill>
                  <a:srgbClr val="FFFFFF"/>
                </a:solidFill>
                <a:latin typeface="Arial"/>
                <a:ea typeface="Arial"/>
                <a:cs typeface="Arial"/>
              </a:rPr>
              <a:t>GREEN · ANY TOOL</a:t>
            </a:r>
          </a:p>
        </p:txBody>
      </p:sp>
      <p:sp>
        <p:nvSpPr>
          <p:cNvPr id="106" name="Card Head 106"/>
          <p:cNvSpPr txBox="1"/>
          <p:nvPr/>
        </p:nvSpPr>
        <p:spPr>
          <a:xfrm>
            <a:off x="1038225" y="2514600"/>
            <a:ext cx="2876550" cy="457200"/>
          </a:xfrm>
          <a:prstGeom prst="rect">
            <a:avLst/>
          </a:prstGeom>
          <a:noFill/>
        </p:spPr>
        <p:txBody>
          <a:bodyPr wrap="square" anchor="ctr"/>
          <a:lstStyle/>
          <a:p>
            <a:pPr algn="l">
              <a:spcAft>
                <a:spcPts val="0"/>
              </a:spcAft>
              <a:buNone/>
            </a:pPr>
            <a:r>
              <a:rPr lang="en-US" sz="1900" b="1" dirty="0">
                <a:solidFill>
                  <a:srgbClr val="003C72"/>
                </a:solidFill>
                <a:latin typeface="Arial"/>
                <a:ea typeface="Arial"/>
                <a:cs typeface="Arial"/>
              </a:rPr>
              <a:t>Already public</a:t>
            </a:r>
          </a:p>
        </p:txBody>
      </p:sp>
      <p:sp>
        <p:nvSpPr>
          <p:cNvPr id="107" name="Card Body 107"/>
          <p:cNvSpPr txBox="1"/>
          <p:nvPr/>
        </p:nvSpPr>
        <p:spPr>
          <a:xfrm>
            <a:off x="1038225" y="3009900"/>
            <a:ext cx="2876550" cy="1600200"/>
          </a:xfrm>
          <a:prstGeom prst="rect">
            <a:avLst/>
          </a:prstGeom>
          <a:noFill/>
        </p:spPr>
        <p:txBody>
          <a:bodyPr wrap="square" anchor="t"/>
          <a:lstStyle/>
          <a:p>
            <a:pPr algn="l">
              <a:spcAft>
                <a:spcPts val="0"/>
              </a:spcAft>
              <a:buNone/>
            </a:pPr>
            <a:r>
              <a:rPr lang="en-US" sz="1500" dirty="0">
                <a:solidFill>
                  <a:srgbClr val="003C72"/>
                </a:solidFill>
                <a:latin typeface="Arial"/>
                <a:ea typeface="Arial"/>
                <a:cs typeface="Arial"/>
              </a:rPr>
              <a:t>Published catalog and web text, public policy language, generic drafting with no MCC data.</a:t>
            </a:r>
          </a:p>
        </p:txBody>
      </p:sp>
      <p:sp>
        <p:nvSpPr>
          <p:cNvPr id="108" name="Card 108"/>
          <p:cNvSpPr/>
          <p:nvPr/>
        </p:nvSpPr>
        <p:spPr>
          <a:xfrm>
            <a:off x="4572000" y="1714500"/>
            <a:ext cx="3333750" cy="3048000"/>
          </a:xfrm>
          <a:prstGeom prst="roundRect">
            <a:avLst>
              <a:gd name="adj" fmla="val 2424"/>
            </a:avLst>
          </a:prstGeom>
          <a:solidFill>
            <a:srgbClr val="EEF3F7"/>
          </a:solidFill>
          <a:ln w="28575">
            <a:solidFill>
              <a:srgbClr val="F2B705"/>
            </a:solidFill>
          </a:ln>
        </p:spPr>
        <p:txBody>
          <a:bodyPr/>
          <a:lstStyle/>
          <a:p>
            <a:endParaRPr lang="en-US"/>
          </a:p>
        </p:txBody>
      </p:sp>
      <p:sp>
        <p:nvSpPr>
          <p:cNvPr id="109" name="Light 109"/>
          <p:cNvSpPr/>
          <p:nvPr/>
        </p:nvSpPr>
        <p:spPr>
          <a:xfrm>
            <a:off x="4800600" y="1905000"/>
            <a:ext cx="2876550" cy="495300"/>
          </a:xfrm>
          <a:prstGeom prst="roundRect">
            <a:avLst>
              <a:gd name="adj" fmla="val 50000"/>
            </a:avLst>
          </a:prstGeom>
          <a:solidFill>
            <a:srgbClr val="F2B705"/>
          </a:solidFill>
          <a:ln>
            <a:noFill/>
          </a:ln>
        </p:spPr>
        <p:txBody>
          <a:bodyPr/>
          <a:lstStyle/>
          <a:p>
            <a:endParaRPr lang="en-US"/>
          </a:p>
        </p:txBody>
      </p:sp>
      <p:sp>
        <p:nvSpPr>
          <p:cNvPr id="110" name="Light Label 110"/>
          <p:cNvSpPr txBox="1"/>
          <p:nvPr/>
        </p:nvSpPr>
        <p:spPr>
          <a:xfrm>
            <a:off x="4800600" y="1905000"/>
            <a:ext cx="2876550" cy="495300"/>
          </a:xfrm>
          <a:prstGeom prst="rect">
            <a:avLst/>
          </a:prstGeom>
          <a:noFill/>
        </p:spPr>
        <p:txBody>
          <a:bodyPr wrap="square" anchor="ctr"/>
          <a:lstStyle/>
          <a:p>
            <a:pPr algn="ctr">
              <a:spcAft>
                <a:spcPts val="0"/>
              </a:spcAft>
              <a:buNone/>
            </a:pPr>
            <a:r>
              <a:rPr lang="en-US" sz="1500" b="1" dirty="0">
                <a:solidFill>
                  <a:srgbClr val="003C72"/>
                </a:solidFill>
                <a:latin typeface="Arial"/>
                <a:ea typeface="Arial"/>
                <a:cs typeface="Arial"/>
              </a:rPr>
              <a:t>YELLOW · MCC TOOLS ONLY</a:t>
            </a:r>
          </a:p>
        </p:txBody>
      </p:sp>
      <p:sp>
        <p:nvSpPr>
          <p:cNvPr id="111" name="Card Head 111"/>
          <p:cNvSpPr txBox="1"/>
          <p:nvPr/>
        </p:nvSpPr>
        <p:spPr>
          <a:xfrm>
            <a:off x="4800600" y="2514600"/>
            <a:ext cx="2876550" cy="457200"/>
          </a:xfrm>
          <a:prstGeom prst="rect">
            <a:avLst/>
          </a:prstGeom>
          <a:noFill/>
        </p:spPr>
        <p:txBody>
          <a:bodyPr wrap="square" anchor="ctr"/>
          <a:lstStyle/>
          <a:p>
            <a:pPr algn="l">
              <a:spcAft>
                <a:spcPts val="0"/>
              </a:spcAft>
              <a:buNone/>
            </a:pPr>
            <a:r>
              <a:rPr lang="en-US" sz="1900" b="1" dirty="0">
                <a:solidFill>
                  <a:srgbClr val="003C72"/>
                </a:solidFill>
                <a:latin typeface="Arial"/>
                <a:ea typeface="Arial"/>
                <a:cs typeface="Arial"/>
              </a:rPr>
              <a:t>Internal, not personal</a:t>
            </a:r>
          </a:p>
        </p:txBody>
      </p:sp>
      <p:sp>
        <p:nvSpPr>
          <p:cNvPr id="112" name="Card Body 112"/>
          <p:cNvSpPr txBox="1"/>
          <p:nvPr/>
        </p:nvSpPr>
        <p:spPr>
          <a:xfrm>
            <a:off x="4800600" y="3009900"/>
            <a:ext cx="2876550" cy="1600200"/>
          </a:xfrm>
          <a:prstGeom prst="rect">
            <a:avLst/>
          </a:prstGeom>
          <a:noFill/>
        </p:spPr>
        <p:txBody>
          <a:bodyPr wrap="square" anchor="t"/>
          <a:lstStyle/>
          <a:p>
            <a:pPr algn="l">
              <a:spcAft>
                <a:spcPts val="0"/>
              </a:spcAft>
              <a:buNone/>
            </a:pPr>
            <a:r>
              <a:rPr lang="en-US" sz="1500" dirty="0">
                <a:solidFill>
                  <a:srgbClr val="003C72"/>
                </a:solidFill>
                <a:latin typeface="Arial"/>
                <a:ea typeface="Arial"/>
                <a:cs typeface="Arial"/>
              </a:rPr>
              <a:t>Draft procedures, agendas, internal memos, planning documents, aggregate numbers. Signed in with your MCC account.</a:t>
            </a:r>
          </a:p>
        </p:txBody>
      </p:sp>
      <p:sp>
        <p:nvSpPr>
          <p:cNvPr id="113" name="Card 113"/>
          <p:cNvSpPr/>
          <p:nvPr/>
        </p:nvSpPr>
        <p:spPr>
          <a:xfrm>
            <a:off x="8334375" y="1714500"/>
            <a:ext cx="3333750" cy="3048000"/>
          </a:xfrm>
          <a:prstGeom prst="roundRect">
            <a:avLst>
              <a:gd name="adj" fmla="val 2424"/>
            </a:avLst>
          </a:prstGeom>
          <a:solidFill>
            <a:srgbClr val="EEF3F7"/>
          </a:solidFill>
          <a:ln w="28575">
            <a:solidFill>
              <a:srgbClr val="C62828"/>
            </a:solidFill>
          </a:ln>
        </p:spPr>
        <p:txBody>
          <a:bodyPr/>
          <a:lstStyle/>
          <a:p>
            <a:endParaRPr lang="en-US"/>
          </a:p>
        </p:txBody>
      </p:sp>
      <p:sp>
        <p:nvSpPr>
          <p:cNvPr id="114" name="Light 114"/>
          <p:cNvSpPr/>
          <p:nvPr/>
        </p:nvSpPr>
        <p:spPr>
          <a:xfrm>
            <a:off x="8562975" y="1905000"/>
            <a:ext cx="2876550" cy="495300"/>
          </a:xfrm>
          <a:prstGeom prst="roundRect">
            <a:avLst>
              <a:gd name="adj" fmla="val 50000"/>
            </a:avLst>
          </a:prstGeom>
          <a:solidFill>
            <a:srgbClr val="C62828"/>
          </a:solidFill>
          <a:ln>
            <a:noFill/>
          </a:ln>
        </p:spPr>
        <p:txBody>
          <a:bodyPr/>
          <a:lstStyle/>
          <a:p>
            <a:endParaRPr lang="en-US"/>
          </a:p>
        </p:txBody>
      </p:sp>
      <p:sp>
        <p:nvSpPr>
          <p:cNvPr id="115" name="Light Label 115"/>
          <p:cNvSpPr txBox="1"/>
          <p:nvPr/>
        </p:nvSpPr>
        <p:spPr>
          <a:xfrm>
            <a:off x="8562975" y="1905000"/>
            <a:ext cx="2876550" cy="495300"/>
          </a:xfrm>
          <a:prstGeom prst="rect">
            <a:avLst/>
          </a:prstGeom>
          <a:noFill/>
        </p:spPr>
        <p:txBody>
          <a:bodyPr wrap="square" anchor="ctr"/>
          <a:lstStyle/>
          <a:p>
            <a:pPr algn="ctr">
              <a:spcAft>
                <a:spcPts val="0"/>
              </a:spcAft>
              <a:buNone/>
            </a:pPr>
            <a:r>
              <a:rPr lang="en-US" sz="1500" b="1" dirty="0">
                <a:solidFill>
                  <a:srgbClr val="FFFFFF"/>
                </a:solidFill>
                <a:latin typeface="Arial"/>
                <a:ea typeface="Arial"/>
                <a:cs typeface="Arial"/>
              </a:rPr>
              <a:t>RED · NO AI TOOL</a:t>
            </a:r>
          </a:p>
        </p:txBody>
      </p:sp>
      <p:sp>
        <p:nvSpPr>
          <p:cNvPr id="116" name="Card Head 116"/>
          <p:cNvSpPr txBox="1"/>
          <p:nvPr/>
        </p:nvSpPr>
        <p:spPr>
          <a:xfrm>
            <a:off x="8562975" y="2514600"/>
            <a:ext cx="2876550" cy="457200"/>
          </a:xfrm>
          <a:prstGeom prst="rect">
            <a:avLst/>
          </a:prstGeom>
          <a:noFill/>
        </p:spPr>
        <p:txBody>
          <a:bodyPr wrap="square" anchor="ctr"/>
          <a:lstStyle/>
          <a:p>
            <a:pPr algn="l">
              <a:spcAft>
                <a:spcPts val="0"/>
              </a:spcAft>
              <a:buNone/>
            </a:pPr>
            <a:r>
              <a:rPr lang="en-US" sz="1900" b="1" dirty="0">
                <a:solidFill>
                  <a:srgbClr val="003C72"/>
                </a:solidFill>
                <a:latin typeface="Arial"/>
                <a:ea typeface="Arial"/>
                <a:cs typeface="Arial"/>
              </a:rPr>
              <a:t>About a person</a:t>
            </a:r>
          </a:p>
        </p:txBody>
      </p:sp>
      <p:sp>
        <p:nvSpPr>
          <p:cNvPr id="117" name="Card Body 117"/>
          <p:cNvSpPr txBox="1"/>
          <p:nvPr/>
        </p:nvSpPr>
        <p:spPr>
          <a:xfrm>
            <a:off x="8562975" y="3009900"/>
            <a:ext cx="2876550" cy="1600200"/>
          </a:xfrm>
          <a:prstGeom prst="rect">
            <a:avLst/>
          </a:prstGeom>
          <a:noFill/>
        </p:spPr>
        <p:txBody>
          <a:bodyPr wrap="square" anchor="t"/>
          <a:lstStyle/>
          <a:p>
            <a:pPr algn="l">
              <a:spcAft>
                <a:spcPts val="0"/>
              </a:spcAft>
              <a:buNone/>
            </a:pPr>
            <a:r>
              <a:rPr lang="en-US" sz="1500" dirty="0">
                <a:solidFill>
                  <a:srgbClr val="003C72"/>
                </a:solidFill>
                <a:latin typeface="Arial"/>
                <a:ea typeface="Arial"/>
                <a:cs typeface="Arial"/>
              </a:rPr>
              <a:t>Student records, financial aid, health and disability, Title IX, conduct and HR, personnel files, SSNs, passwords.</a:t>
            </a:r>
          </a:p>
        </p:txBody>
      </p:sp>
      <p:sp>
        <p:nvSpPr>
          <p:cNvPr id="118" name="Bar 118"/>
          <p:cNvSpPr/>
          <p:nvPr/>
        </p:nvSpPr>
        <p:spPr>
          <a:xfrm>
            <a:off x="2000250" y="5029200"/>
            <a:ext cx="8191500" cy="762000"/>
          </a:xfrm>
          <a:prstGeom prst="roundRect">
            <a:avLst>
              <a:gd name="adj" fmla="val 16667"/>
            </a:avLst>
          </a:prstGeom>
          <a:solidFill>
            <a:srgbClr val="003C72"/>
          </a:solidFill>
          <a:ln>
            <a:noFill/>
          </a:ln>
        </p:spPr>
        <p:txBody>
          <a:bodyPr/>
          <a:lstStyle/>
          <a:p>
            <a:endParaRPr lang="en-US"/>
          </a:p>
        </p:txBody>
      </p:sp>
      <p:sp>
        <p:nvSpPr>
          <p:cNvPr id="119" name="Bar Text 119"/>
          <p:cNvSpPr txBox="1"/>
          <p:nvPr/>
        </p:nvSpPr>
        <p:spPr>
          <a:xfrm>
            <a:off x="2238375" y="5181600"/>
            <a:ext cx="7715250" cy="457200"/>
          </a:xfrm>
          <a:prstGeom prst="rect">
            <a:avLst/>
          </a:prstGeom>
          <a:noFill/>
        </p:spPr>
        <p:txBody>
          <a:bodyPr wrap="square" anchor="ctr"/>
          <a:lstStyle/>
          <a:p>
            <a:pPr algn="ctr">
              <a:spcAft>
                <a:spcPts val="0"/>
              </a:spcAft>
              <a:buNone/>
            </a:pPr>
            <a:r>
              <a:rPr lang="en-US" sz="2025" b="1" dirty="0">
                <a:solidFill>
                  <a:srgbClr val="FFFFFF"/>
                </a:solidFill>
                <a:latin typeface="Arial"/>
                <a:ea typeface="Arial"/>
                <a:cs typeface="Arial"/>
              </a:rPr>
              <a:t>When in doubt, it is red.</a:t>
            </a:r>
          </a:p>
        </p:txBody>
      </p:sp>
    </p:spTree>
    <p:extLst>
      <p:ext uri="{BB962C8B-B14F-4D97-AF65-F5344CB8AC3E}">
        <p14:creationId xmlns:p14="http://schemas.microsoft.com/office/powerpoint/2010/main" val="637526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8EFF888-37A1-4763-8565-DA054CF16F2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101" name="Title 101"/>
          <p:cNvSpPr txBox="1"/>
          <p:nvPr/>
        </p:nvSpPr>
        <p:spPr>
          <a:xfrm>
            <a:off x="781050" y="590550"/>
            <a:ext cx="10620375" cy="685800"/>
          </a:xfrm>
          <a:prstGeom prst="rect">
            <a:avLst/>
          </a:prstGeom>
          <a:noFill/>
        </p:spPr>
        <p:txBody>
          <a:bodyPr wrap="square" anchor="ctr"/>
          <a:lstStyle/>
          <a:p>
            <a:pPr algn="l">
              <a:spcAft>
                <a:spcPts val="600"/>
              </a:spcAft>
              <a:buNone/>
            </a:pPr>
            <a:r>
              <a:rPr lang="en-US" sz="3150" b="1" dirty="0">
                <a:solidFill>
                  <a:srgbClr val="FFFFFF"/>
                </a:solidFill>
                <a:latin typeface="Arial"/>
                <a:ea typeface="Arial"/>
                <a:cs typeface="Arial"/>
              </a:rPr>
              <a:t>What the Law Protects</a:t>
            </a:r>
          </a:p>
        </p:txBody>
      </p:sp>
      <p:sp>
        <p:nvSpPr>
          <p:cNvPr id="102" name="Rule 102"/>
          <p:cNvSpPr/>
          <p:nvPr/>
        </p:nvSpPr>
        <p:spPr>
          <a:xfrm>
            <a:off x="781050" y="1371600"/>
            <a:ext cx="10620375" cy="38100"/>
          </a:xfrm>
          <a:prstGeom prst="rect">
            <a:avLst/>
          </a:prstGeom>
          <a:solidFill>
            <a:srgbClr val="FE5200"/>
          </a:solidFill>
          <a:ln>
            <a:noFill/>
          </a:ln>
        </p:spPr>
        <p:txBody>
          <a:bodyPr/>
          <a:lstStyle/>
          <a:p>
            <a:endParaRPr lang="en-US"/>
          </a:p>
        </p:txBody>
      </p:sp>
      <p:sp>
        <p:nvSpPr>
          <p:cNvPr id="103" name="Pill 103"/>
          <p:cNvSpPr/>
          <p:nvPr/>
        </p:nvSpPr>
        <p:spPr>
          <a:xfrm>
            <a:off x="952500" y="1714500"/>
            <a:ext cx="2381250" cy="628650"/>
          </a:xfrm>
          <a:prstGeom prst="roundRect">
            <a:avLst>
              <a:gd name="adj" fmla="val 16667"/>
            </a:avLst>
          </a:prstGeom>
          <a:solidFill>
            <a:srgbClr val="FE5200"/>
          </a:solidFill>
          <a:ln w="12700">
            <a:solidFill>
              <a:srgbClr val="FFFFFF"/>
            </a:solidFill>
          </a:ln>
        </p:spPr>
        <p:txBody>
          <a:bodyPr/>
          <a:lstStyle/>
          <a:p>
            <a:endParaRPr lang="en-US"/>
          </a:p>
        </p:txBody>
      </p:sp>
      <p:sp>
        <p:nvSpPr>
          <p:cNvPr id="104" name="Pill Label 104"/>
          <p:cNvSpPr txBox="1"/>
          <p:nvPr/>
        </p:nvSpPr>
        <p:spPr>
          <a:xfrm>
            <a:off x="1047750" y="1790700"/>
            <a:ext cx="2190750" cy="476250"/>
          </a:xfrm>
          <a:prstGeom prst="rect">
            <a:avLst/>
          </a:prstGeom>
          <a:noFill/>
        </p:spPr>
        <p:txBody>
          <a:bodyPr wrap="square" anchor="ctr"/>
          <a:lstStyle/>
          <a:p>
            <a:pPr algn="ctr">
              <a:spcAft>
                <a:spcPts val="0"/>
              </a:spcAft>
              <a:buNone/>
            </a:pPr>
            <a:r>
              <a:rPr lang="en-US" sz="1600" b="1" dirty="0">
                <a:solidFill>
                  <a:srgbClr val="FFFFFF"/>
                </a:solidFill>
                <a:latin typeface="Arial"/>
                <a:ea typeface="Arial"/>
                <a:cs typeface="Arial"/>
              </a:rPr>
              <a:t>FERPA</a:t>
            </a:r>
          </a:p>
        </p:txBody>
      </p:sp>
      <p:sp>
        <p:nvSpPr>
          <p:cNvPr id="105" name="Row Text 105"/>
          <p:cNvSpPr txBox="1"/>
          <p:nvPr/>
        </p:nvSpPr>
        <p:spPr>
          <a:xfrm>
            <a:off x="3667125" y="1752600"/>
            <a:ext cx="7620000" cy="552450"/>
          </a:xfrm>
          <a:prstGeom prst="rect">
            <a:avLst/>
          </a:prstGeom>
          <a:noFill/>
        </p:spPr>
        <p:txBody>
          <a:bodyPr wrap="square" anchor="ctr"/>
          <a:lstStyle/>
          <a:p>
            <a:pPr algn="l">
              <a:spcAft>
                <a:spcPts val="0"/>
              </a:spcAft>
              <a:buNone/>
            </a:pPr>
            <a:r>
              <a:rPr lang="en-US" sz="1650" dirty="0">
                <a:solidFill>
                  <a:srgbClr val="FFFFFF"/>
                </a:solidFill>
                <a:latin typeface="Arial"/>
                <a:ea typeface="Arial"/>
                <a:cs typeface="Arial"/>
              </a:rPr>
              <a:t>Student education records: grades, rosters, advising notes, transcripts</a:t>
            </a:r>
          </a:p>
        </p:txBody>
      </p:sp>
      <p:sp>
        <p:nvSpPr>
          <p:cNvPr id="106" name="Pill 106"/>
          <p:cNvSpPr/>
          <p:nvPr/>
        </p:nvSpPr>
        <p:spPr>
          <a:xfrm>
            <a:off x="952500" y="2533650"/>
            <a:ext cx="2381250" cy="628650"/>
          </a:xfrm>
          <a:prstGeom prst="roundRect">
            <a:avLst>
              <a:gd name="adj" fmla="val 16667"/>
            </a:avLst>
          </a:prstGeom>
          <a:solidFill>
            <a:srgbClr val="FFFFFF"/>
          </a:solidFill>
          <a:ln w="12700">
            <a:solidFill>
              <a:srgbClr val="FFFFFF"/>
            </a:solidFill>
          </a:ln>
        </p:spPr>
        <p:txBody>
          <a:bodyPr/>
          <a:lstStyle/>
          <a:p>
            <a:endParaRPr lang="en-US"/>
          </a:p>
        </p:txBody>
      </p:sp>
      <p:sp>
        <p:nvSpPr>
          <p:cNvPr id="107" name="Pill Label 107"/>
          <p:cNvSpPr txBox="1"/>
          <p:nvPr/>
        </p:nvSpPr>
        <p:spPr>
          <a:xfrm>
            <a:off x="1047750" y="2609850"/>
            <a:ext cx="2190750" cy="476250"/>
          </a:xfrm>
          <a:prstGeom prst="rect">
            <a:avLst/>
          </a:prstGeom>
          <a:noFill/>
        </p:spPr>
        <p:txBody>
          <a:bodyPr wrap="square" anchor="ctr"/>
          <a:lstStyle/>
          <a:p>
            <a:pPr algn="ctr">
              <a:spcAft>
                <a:spcPts val="0"/>
              </a:spcAft>
              <a:buNone/>
            </a:pPr>
            <a:r>
              <a:rPr lang="en-US" sz="1600" b="1" dirty="0">
                <a:solidFill>
                  <a:srgbClr val="003C72"/>
                </a:solidFill>
                <a:latin typeface="Arial"/>
                <a:ea typeface="Arial"/>
                <a:cs typeface="Arial"/>
              </a:rPr>
              <a:t>GLBA</a:t>
            </a:r>
          </a:p>
        </p:txBody>
      </p:sp>
      <p:sp>
        <p:nvSpPr>
          <p:cNvPr id="108" name="Row Text 108"/>
          <p:cNvSpPr txBox="1"/>
          <p:nvPr/>
        </p:nvSpPr>
        <p:spPr>
          <a:xfrm>
            <a:off x="3667125" y="2571750"/>
            <a:ext cx="7620000" cy="552450"/>
          </a:xfrm>
          <a:prstGeom prst="rect">
            <a:avLst/>
          </a:prstGeom>
          <a:noFill/>
        </p:spPr>
        <p:txBody>
          <a:bodyPr wrap="square" anchor="ctr"/>
          <a:lstStyle/>
          <a:p>
            <a:pPr algn="l">
              <a:spcAft>
                <a:spcPts val="0"/>
              </a:spcAft>
              <a:buNone/>
            </a:pPr>
            <a:r>
              <a:rPr lang="en-US" sz="1650" dirty="0">
                <a:solidFill>
                  <a:srgbClr val="FFFFFF"/>
                </a:solidFill>
                <a:latin typeface="Arial"/>
                <a:ea typeface="Arial"/>
                <a:cs typeface="Arial"/>
              </a:rPr>
              <a:t>Financial aid data: FAFSA, ISIRs, SSNs, bank information</a:t>
            </a:r>
          </a:p>
        </p:txBody>
      </p:sp>
      <p:sp>
        <p:nvSpPr>
          <p:cNvPr id="109" name="Pill 109"/>
          <p:cNvSpPr/>
          <p:nvPr/>
        </p:nvSpPr>
        <p:spPr>
          <a:xfrm>
            <a:off x="952500" y="3352800"/>
            <a:ext cx="2381250" cy="628650"/>
          </a:xfrm>
          <a:prstGeom prst="roundRect">
            <a:avLst>
              <a:gd name="adj" fmla="val 16667"/>
            </a:avLst>
          </a:prstGeom>
          <a:solidFill>
            <a:srgbClr val="FFFFFF"/>
          </a:solidFill>
          <a:ln w="12700">
            <a:solidFill>
              <a:srgbClr val="FFFFFF"/>
            </a:solidFill>
          </a:ln>
        </p:spPr>
        <p:txBody>
          <a:bodyPr/>
          <a:lstStyle/>
          <a:p>
            <a:endParaRPr lang="en-US"/>
          </a:p>
        </p:txBody>
      </p:sp>
      <p:sp>
        <p:nvSpPr>
          <p:cNvPr id="110" name="Pill Label 110"/>
          <p:cNvSpPr txBox="1"/>
          <p:nvPr/>
        </p:nvSpPr>
        <p:spPr>
          <a:xfrm>
            <a:off x="1047750" y="3429000"/>
            <a:ext cx="2190750" cy="476250"/>
          </a:xfrm>
          <a:prstGeom prst="rect">
            <a:avLst/>
          </a:prstGeom>
          <a:noFill/>
        </p:spPr>
        <p:txBody>
          <a:bodyPr wrap="square" anchor="ctr"/>
          <a:lstStyle/>
          <a:p>
            <a:pPr algn="ctr">
              <a:spcAft>
                <a:spcPts val="0"/>
              </a:spcAft>
              <a:buNone/>
            </a:pPr>
            <a:r>
              <a:rPr lang="en-US" sz="1600" b="1" dirty="0">
                <a:solidFill>
                  <a:srgbClr val="003C72"/>
                </a:solidFill>
                <a:latin typeface="Arial"/>
                <a:ea typeface="Arial"/>
                <a:cs typeface="Arial"/>
              </a:rPr>
              <a:t>HEALTH</a:t>
            </a:r>
          </a:p>
        </p:txBody>
      </p:sp>
      <p:sp>
        <p:nvSpPr>
          <p:cNvPr id="111" name="Row Text 111"/>
          <p:cNvSpPr txBox="1"/>
          <p:nvPr/>
        </p:nvSpPr>
        <p:spPr>
          <a:xfrm>
            <a:off x="3667125" y="3390900"/>
            <a:ext cx="7620000" cy="552450"/>
          </a:xfrm>
          <a:prstGeom prst="rect">
            <a:avLst/>
          </a:prstGeom>
          <a:noFill/>
        </p:spPr>
        <p:txBody>
          <a:bodyPr wrap="square" anchor="ctr"/>
          <a:lstStyle/>
          <a:p>
            <a:pPr algn="l">
              <a:spcAft>
                <a:spcPts val="0"/>
              </a:spcAft>
              <a:buNone/>
            </a:pPr>
            <a:r>
              <a:rPr lang="en-US" sz="1650" dirty="0">
                <a:solidFill>
                  <a:srgbClr val="FFFFFF"/>
                </a:solidFill>
                <a:latin typeface="Arial"/>
                <a:ea typeface="Arial"/>
                <a:cs typeface="Arial"/>
              </a:rPr>
              <a:t>Counseling, medical, and disability documentation</a:t>
            </a:r>
          </a:p>
        </p:txBody>
      </p:sp>
      <p:sp>
        <p:nvSpPr>
          <p:cNvPr id="112" name="Pill 112"/>
          <p:cNvSpPr/>
          <p:nvPr/>
        </p:nvSpPr>
        <p:spPr>
          <a:xfrm>
            <a:off x="952500" y="4171950"/>
            <a:ext cx="2381250" cy="628650"/>
          </a:xfrm>
          <a:prstGeom prst="roundRect">
            <a:avLst>
              <a:gd name="adj" fmla="val 16667"/>
            </a:avLst>
          </a:prstGeom>
          <a:solidFill>
            <a:srgbClr val="FFFFFF"/>
          </a:solidFill>
          <a:ln w="12700">
            <a:solidFill>
              <a:srgbClr val="FFFFFF"/>
            </a:solidFill>
          </a:ln>
        </p:spPr>
        <p:txBody>
          <a:bodyPr/>
          <a:lstStyle/>
          <a:p>
            <a:endParaRPr lang="en-US"/>
          </a:p>
        </p:txBody>
      </p:sp>
      <p:sp>
        <p:nvSpPr>
          <p:cNvPr id="113" name="Pill Label 113"/>
          <p:cNvSpPr txBox="1"/>
          <p:nvPr/>
        </p:nvSpPr>
        <p:spPr>
          <a:xfrm>
            <a:off x="1047750" y="4248150"/>
            <a:ext cx="2190750" cy="476250"/>
          </a:xfrm>
          <a:prstGeom prst="rect">
            <a:avLst/>
          </a:prstGeom>
          <a:noFill/>
        </p:spPr>
        <p:txBody>
          <a:bodyPr wrap="square" anchor="ctr"/>
          <a:lstStyle/>
          <a:p>
            <a:pPr algn="ctr">
              <a:spcAft>
                <a:spcPts val="0"/>
              </a:spcAft>
              <a:buNone/>
            </a:pPr>
            <a:r>
              <a:rPr lang="en-US" sz="1600" b="1" dirty="0">
                <a:solidFill>
                  <a:srgbClr val="003C72"/>
                </a:solidFill>
                <a:latin typeface="Arial"/>
                <a:ea typeface="Arial"/>
                <a:cs typeface="Arial"/>
              </a:rPr>
              <a:t>TITLE IX / HR</a:t>
            </a:r>
          </a:p>
        </p:txBody>
      </p:sp>
      <p:sp>
        <p:nvSpPr>
          <p:cNvPr id="114" name="Row Text 114"/>
          <p:cNvSpPr txBox="1"/>
          <p:nvPr/>
        </p:nvSpPr>
        <p:spPr>
          <a:xfrm>
            <a:off x="3667125" y="4210050"/>
            <a:ext cx="7620000" cy="552450"/>
          </a:xfrm>
          <a:prstGeom prst="rect">
            <a:avLst/>
          </a:prstGeom>
          <a:noFill/>
        </p:spPr>
        <p:txBody>
          <a:bodyPr wrap="square" anchor="ctr"/>
          <a:lstStyle/>
          <a:p>
            <a:pPr algn="l">
              <a:spcAft>
                <a:spcPts val="0"/>
              </a:spcAft>
              <a:buNone/>
            </a:pPr>
            <a:r>
              <a:rPr lang="en-US" sz="1650" dirty="0">
                <a:solidFill>
                  <a:srgbClr val="FFFFFF"/>
                </a:solidFill>
                <a:latin typeface="Arial"/>
                <a:ea typeface="Arial"/>
                <a:cs typeface="Arial"/>
              </a:rPr>
              <a:t>Title IX, conduct, and HR investigations, and personnel files</a:t>
            </a:r>
          </a:p>
        </p:txBody>
      </p:sp>
      <p:sp>
        <p:nvSpPr>
          <p:cNvPr id="115" name="Pill 115"/>
          <p:cNvSpPr/>
          <p:nvPr/>
        </p:nvSpPr>
        <p:spPr>
          <a:xfrm>
            <a:off x="952500" y="4991100"/>
            <a:ext cx="2381250" cy="628650"/>
          </a:xfrm>
          <a:prstGeom prst="roundRect">
            <a:avLst>
              <a:gd name="adj" fmla="val 16667"/>
            </a:avLst>
          </a:prstGeom>
          <a:solidFill>
            <a:srgbClr val="FE5200"/>
          </a:solidFill>
          <a:ln w="12700">
            <a:solidFill>
              <a:srgbClr val="FFFFFF"/>
            </a:solidFill>
          </a:ln>
        </p:spPr>
        <p:txBody>
          <a:bodyPr/>
          <a:lstStyle/>
          <a:p>
            <a:endParaRPr lang="en-US"/>
          </a:p>
        </p:txBody>
      </p:sp>
      <p:sp>
        <p:nvSpPr>
          <p:cNvPr id="116" name="Pill Label 116"/>
          <p:cNvSpPr txBox="1"/>
          <p:nvPr/>
        </p:nvSpPr>
        <p:spPr>
          <a:xfrm>
            <a:off x="1047750" y="5067300"/>
            <a:ext cx="2190750" cy="476250"/>
          </a:xfrm>
          <a:prstGeom prst="rect">
            <a:avLst/>
          </a:prstGeom>
          <a:noFill/>
        </p:spPr>
        <p:txBody>
          <a:bodyPr wrap="square" anchor="ctr"/>
          <a:lstStyle/>
          <a:p>
            <a:pPr algn="ctr">
              <a:spcAft>
                <a:spcPts val="0"/>
              </a:spcAft>
              <a:buNone/>
            </a:pPr>
            <a:r>
              <a:rPr lang="en-US" sz="1600" b="1" dirty="0">
                <a:solidFill>
                  <a:srgbClr val="FFFFFF"/>
                </a:solidFill>
                <a:latin typeface="Arial"/>
                <a:ea typeface="Arial"/>
                <a:cs typeface="Arial"/>
              </a:rPr>
              <a:t>PUBLIC RECORDS</a:t>
            </a:r>
          </a:p>
        </p:txBody>
      </p:sp>
      <p:sp>
        <p:nvSpPr>
          <p:cNvPr id="117" name="Row Text 117"/>
          <p:cNvSpPr txBox="1"/>
          <p:nvPr/>
        </p:nvSpPr>
        <p:spPr>
          <a:xfrm>
            <a:off x="3667125" y="5029200"/>
            <a:ext cx="7620000" cy="552450"/>
          </a:xfrm>
          <a:prstGeom prst="rect">
            <a:avLst/>
          </a:prstGeom>
          <a:noFill/>
        </p:spPr>
        <p:txBody>
          <a:bodyPr wrap="square" anchor="ctr"/>
          <a:lstStyle/>
          <a:p>
            <a:pPr algn="l">
              <a:spcAft>
                <a:spcPts val="0"/>
              </a:spcAft>
              <a:buNone/>
            </a:pPr>
            <a:r>
              <a:rPr lang="en-US" sz="1650" dirty="0">
                <a:solidFill>
                  <a:srgbClr val="FFFFFF"/>
                </a:solidFill>
                <a:latin typeface="Arial"/>
                <a:ea typeface="Arial"/>
                <a:cs typeface="Arial"/>
              </a:rPr>
              <a:t>Texas Gov’t Code ch. 552: work prompts and outputs are likely public records</a:t>
            </a:r>
          </a:p>
        </p:txBody>
      </p:sp>
    </p:spTree>
    <p:extLst>
      <p:ext uri="{BB962C8B-B14F-4D97-AF65-F5344CB8AC3E}">
        <p14:creationId xmlns:p14="http://schemas.microsoft.com/office/powerpoint/2010/main" val="501049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0B8089B-B461-423F-BEA2-4A5784AE9AC4}"/>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F7EE2FF-74C3-440D-A002-5A388382DC7E}"/>
              </a:ext>
            </a:extLst>
          </p:cNvPr>
          <p:cNvSpPr>
            <a:spLocks noGrp="1"/>
          </p:cNvSpPr>
          <p:nvPr/>
        </p:nvSpPr>
        <p:spPr>
          <a:xfrm>
            <a:off x="857250" y="685800"/>
            <a:ext cx="10001250" cy="666750"/>
          </a:xfrm>
          <a:prstGeom prst="rect">
            <a:avLst/>
          </a:prstGeom>
          <a:noFill/>
          <a:ln w="0">
            <a:noFill/>
            <a:prstDash val="solid"/>
          </a:ln>
        </p:spPr>
        <p:txBody>
          <a:bodyPr/>
          <a:lstStyle>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a:pPr>
              <a:defRPr sz="3150" b="1">
                <a:solidFill>
                  <a:srgbClr val="FFFFFF"/>
                </a:solidFill>
                <a:latin typeface="Arial"/>
                <a:ea typeface="Arial"/>
                <a:cs typeface="Arial"/>
              </a:defRPr>
            </a:pPr>
            <a:r>
              <a:rPr sz="3150" b="1" dirty="0">
                <a:solidFill>
                  <a:srgbClr val="FFFFFF"/>
                </a:solidFill>
                <a:latin typeface="Arial"/>
                <a:ea typeface="Arial"/>
                <a:cs typeface="Arial"/>
              </a:rPr>
              <a:t>A </a:t>
            </a:r>
            <a:r>
              <a:rPr lang="en-US" dirty="0"/>
              <a:t>S</a:t>
            </a:r>
            <a:r>
              <a:rPr sz="3150" b="1" dirty="0">
                <a:solidFill>
                  <a:srgbClr val="FFFFFF"/>
                </a:solidFill>
                <a:latin typeface="Arial"/>
                <a:ea typeface="Arial"/>
                <a:cs typeface="Arial"/>
              </a:rPr>
              <a:t>imple </a:t>
            </a:r>
            <a:r>
              <a:rPr lang="en-US" dirty="0"/>
              <a:t>O</a:t>
            </a:r>
            <a:r>
              <a:rPr sz="3150" b="1" dirty="0">
                <a:solidFill>
                  <a:srgbClr val="FFFFFF"/>
                </a:solidFill>
                <a:latin typeface="Arial"/>
                <a:ea typeface="Arial"/>
                <a:cs typeface="Arial"/>
              </a:rPr>
              <a:t>perating </a:t>
            </a:r>
            <a:r>
              <a:rPr lang="en-US" dirty="0"/>
              <a:t>H</a:t>
            </a:r>
            <a:r>
              <a:rPr sz="3150" b="1" dirty="0">
                <a:solidFill>
                  <a:srgbClr val="FFFFFF"/>
                </a:solidFill>
                <a:latin typeface="Arial"/>
                <a:ea typeface="Arial"/>
                <a:cs typeface="Arial"/>
              </a:rPr>
              <a:t>abit</a:t>
            </a:r>
          </a:p>
        </p:txBody>
      </p:sp>
      <p:sp>
        <p:nvSpPr>
          <p:cNvPr id="3" name="Rectangle: Rounded Corners 2">
            <a:extLst>
              <a:ext uri="{FF2B5EF4-FFF2-40B4-BE49-F238E27FC236}">
                <a16:creationId xmlns:a16="http://schemas.microsoft.com/office/drawing/2014/main" id="{D9D2794D-E290-4E37-B4BD-3CEAA946B63F}"/>
              </a:ext>
            </a:extLst>
          </p:cNvPr>
          <p:cNvSpPr>
            <a:spLocks noGrp="1"/>
          </p:cNvSpPr>
          <p:nvPr/>
        </p:nvSpPr>
        <p:spPr>
          <a:xfrm>
            <a:off x="857250" y="2238375"/>
            <a:ext cx="2381250" cy="1905000"/>
          </a:xfrm>
          <a:prstGeom prst="roundRect">
            <a:avLst>
              <a:gd name="adj" fmla="val 4000"/>
            </a:avLst>
          </a:prstGeom>
          <a:solidFill>
            <a:srgbClr val="FFFFFF"/>
          </a:solidFill>
          <a:ln w="19050">
            <a:solidFill>
              <a:srgbClr val="FFFFFF"/>
            </a:solidFill>
            <a:prstDash val="solid"/>
          </a:ln>
        </p:spPr>
        <p:txBody>
          <a:bodyPr/>
          <a:lstStyle/>
          <a:p>
            <a:endParaRPr lang="en-US"/>
          </a:p>
        </p:txBody>
      </p:sp>
      <p:sp>
        <p:nvSpPr>
          <p:cNvPr id="4" name="Rectangle 3">
            <a:extLst>
              <a:ext uri="{FF2B5EF4-FFF2-40B4-BE49-F238E27FC236}">
                <a16:creationId xmlns:a16="http://schemas.microsoft.com/office/drawing/2014/main" id="{322A5AF7-4784-4051-B84A-761F8CD87402}"/>
              </a:ext>
            </a:extLst>
          </p:cNvPr>
          <p:cNvSpPr>
            <a:spLocks noGrp="1"/>
          </p:cNvSpPr>
          <p:nvPr/>
        </p:nvSpPr>
        <p:spPr>
          <a:xfrm>
            <a:off x="1047750" y="2400300"/>
            <a:ext cx="400050" cy="400050"/>
          </a:xfrm>
          <a:prstGeom prst="rect">
            <a:avLst/>
          </a:prstGeom>
          <a:noFill/>
          <a:ln w="0">
            <a:noFill/>
            <a:prstDash val="solid"/>
          </a:ln>
        </p:spPr>
        <p:txBody>
          <a:bodyPr/>
          <a:lstStyle>
            <a:defPPr algn="ctr">
              <a:defRPr sz="1575" b="1">
                <a:solidFill>
                  <a:srgbClr val="FE5200"/>
                </a:solidFill>
                <a:latin typeface="Arial"/>
                <a:ea typeface="Arial"/>
                <a:cs typeface="Arial"/>
              </a:defRPr>
            </a:defPPr>
            <a:lvl1pPr algn="ctr">
              <a:defRPr sz="1575" b="1">
                <a:solidFill>
                  <a:srgbClr val="FE5200"/>
                </a:solidFill>
                <a:latin typeface="Arial"/>
                <a:ea typeface="Arial"/>
                <a:cs typeface="Arial"/>
              </a:defRPr>
            </a:lvl1pPr>
            <a:lvl2pPr algn="ctr">
              <a:defRPr sz="1575" b="1">
                <a:solidFill>
                  <a:srgbClr val="FE5200"/>
                </a:solidFill>
                <a:latin typeface="Arial"/>
                <a:ea typeface="Arial"/>
                <a:cs typeface="Arial"/>
              </a:defRPr>
            </a:lvl2pPr>
            <a:lvl3pPr algn="ctr">
              <a:defRPr sz="1575" b="1">
                <a:solidFill>
                  <a:srgbClr val="FE5200"/>
                </a:solidFill>
                <a:latin typeface="Arial"/>
                <a:ea typeface="Arial"/>
                <a:cs typeface="Arial"/>
              </a:defRPr>
            </a:lvl3pPr>
            <a:lvl4pPr algn="ctr">
              <a:defRPr sz="1575" b="1">
                <a:solidFill>
                  <a:srgbClr val="FE5200"/>
                </a:solidFill>
                <a:latin typeface="Arial"/>
                <a:ea typeface="Arial"/>
                <a:cs typeface="Arial"/>
              </a:defRPr>
            </a:lvl4pPr>
            <a:lvl5pPr algn="ctr">
              <a:defRPr sz="1575" b="1">
                <a:solidFill>
                  <a:srgbClr val="FE5200"/>
                </a:solidFill>
                <a:latin typeface="Arial"/>
                <a:ea typeface="Arial"/>
                <a:cs typeface="Arial"/>
              </a:defRPr>
            </a:lvl5pPr>
            <a:lvl6pPr algn="ctr">
              <a:defRPr sz="1575" b="1">
                <a:solidFill>
                  <a:srgbClr val="FE5200"/>
                </a:solidFill>
                <a:latin typeface="Arial"/>
                <a:ea typeface="Arial"/>
                <a:cs typeface="Arial"/>
              </a:defRPr>
            </a:lvl6pPr>
            <a:lvl7pPr algn="ctr">
              <a:defRPr sz="1575" b="1">
                <a:solidFill>
                  <a:srgbClr val="FE5200"/>
                </a:solidFill>
                <a:latin typeface="Arial"/>
                <a:ea typeface="Arial"/>
                <a:cs typeface="Arial"/>
              </a:defRPr>
            </a:lvl7pPr>
            <a:lvl8pPr algn="ctr">
              <a:defRPr sz="1575" b="1">
                <a:solidFill>
                  <a:srgbClr val="FE5200"/>
                </a:solidFill>
                <a:latin typeface="Arial"/>
                <a:ea typeface="Arial"/>
                <a:cs typeface="Arial"/>
              </a:defRPr>
            </a:lvl8pPr>
            <a:lvl9pPr algn="ctr">
              <a:defRPr sz="1575" b="1">
                <a:solidFill>
                  <a:srgbClr val="FE5200"/>
                </a:solidFill>
                <a:latin typeface="Arial"/>
                <a:ea typeface="Arial"/>
                <a:cs typeface="Arial"/>
              </a:defRPr>
            </a:lvl9pPr>
          </a:lstStyle>
          <a:p>
            <a:pPr algn="ctr">
              <a:defRPr sz="1575" b="1">
                <a:solidFill>
                  <a:srgbClr val="FE5200"/>
                </a:solidFill>
                <a:latin typeface="Arial"/>
                <a:ea typeface="Arial"/>
                <a:cs typeface="Arial"/>
              </a:defRPr>
            </a:pPr>
            <a:r>
              <a:rPr sz="1575" b="1">
                <a:solidFill>
                  <a:srgbClr val="FE5200"/>
                </a:solidFill>
                <a:latin typeface="Arial"/>
                <a:ea typeface="Arial"/>
                <a:cs typeface="Arial"/>
              </a:rPr>
              <a:t>1</a:t>
            </a:r>
          </a:p>
        </p:txBody>
      </p:sp>
      <p:sp>
        <p:nvSpPr>
          <p:cNvPr id="5" name="Rectangle 4">
            <a:extLst>
              <a:ext uri="{FF2B5EF4-FFF2-40B4-BE49-F238E27FC236}">
                <a16:creationId xmlns:a16="http://schemas.microsoft.com/office/drawing/2014/main" id="{2C4B3AFD-A01A-4248-AB49-2E76E5B18D55}"/>
              </a:ext>
            </a:extLst>
          </p:cNvPr>
          <p:cNvSpPr>
            <a:spLocks noGrp="1"/>
          </p:cNvSpPr>
          <p:nvPr/>
        </p:nvSpPr>
        <p:spPr>
          <a:xfrm>
            <a:off x="1066800" y="2933700"/>
            <a:ext cx="1962150" cy="419100"/>
          </a:xfrm>
          <a:prstGeom prst="rect">
            <a:avLst/>
          </a:prstGeom>
          <a:noFill/>
          <a:ln w="0">
            <a:noFill/>
            <a:prstDash val="solid"/>
          </a:ln>
        </p:spPr>
        <p:txBody>
          <a:bodyPr/>
          <a:lstStyle>
            <a:defPPr algn="ctr">
              <a:defRPr sz="2025" b="1">
                <a:solidFill>
                  <a:srgbClr val="003C72"/>
                </a:solidFill>
                <a:latin typeface="Arial"/>
                <a:ea typeface="Arial"/>
                <a:cs typeface="Arial"/>
              </a:defRPr>
            </a:defPPr>
            <a:lvl1pPr algn="ctr">
              <a:defRPr sz="2025" b="1">
                <a:solidFill>
                  <a:srgbClr val="003C72"/>
                </a:solidFill>
                <a:latin typeface="Arial"/>
                <a:ea typeface="Arial"/>
                <a:cs typeface="Arial"/>
              </a:defRPr>
            </a:lvl1pPr>
            <a:lvl2pPr algn="ctr">
              <a:defRPr sz="2025" b="1">
                <a:solidFill>
                  <a:srgbClr val="003C72"/>
                </a:solidFill>
                <a:latin typeface="Arial"/>
                <a:ea typeface="Arial"/>
                <a:cs typeface="Arial"/>
              </a:defRPr>
            </a:lvl2pPr>
            <a:lvl3pPr algn="ctr">
              <a:defRPr sz="2025" b="1">
                <a:solidFill>
                  <a:srgbClr val="003C72"/>
                </a:solidFill>
                <a:latin typeface="Arial"/>
                <a:ea typeface="Arial"/>
                <a:cs typeface="Arial"/>
              </a:defRPr>
            </a:lvl3pPr>
            <a:lvl4pPr algn="ctr">
              <a:defRPr sz="2025" b="1">
                <a:solidFill>
                  <a:srgbClr val="003C72"/>
                </a:solidFill>
                <a:latin typeface="Arial"/>
                <a:ea typeface="Arial"/>
                <a:cs typeface="Arial"/>
              </a:defRPr>
            </a:lvl4pPr>
            <a:lvl5pPr algn="ctr">
              <a:defRPr sz="2025" b="1">
                <a:solidFill>
                  <a:srgbClr val="003C72"/>
                </a:solidFill>
                <a:latin typeface="Arial"/>
                <a:ea typeface="Arial"/>
                <a:cs typeface="Arial"/>
              </a:defRPr>
            </a:lvl5pPr>
            <a:lvl6pPr algn="ctr">
              <a:defRPr sz="2025" b="1">
                <a:solidFill>
                  <a:srgbClr val="003C72"/>
                </a:solidFill>
                <a:latin typeface="Arial"/>
                <a:ea typeface="Arial"/>
                <a:cs typeface="Arial"/>
              </a:defRPr>
            </a:lvl6pPr>
            <a:lvl7pPr algn="ctr">
              <a:defRPr sz="2025" b="1">
                <a:solidFill>
                  <a:srgbClr val="003C72"/>
                </a:solidFill>
                <a:latin typeface="Arial"/>
                <a:ea typeface="Arial"/>
                <a:cs typeface="Arial"/>
              </a:defRPr>
            </a:lvl7pPr>
            <a:lvl8pPr algn="ctr">
              <a:defRPr sz="2025" b="1">
                <a:solidFill>
                  <a:srgbClr val="003C72"/>
                </a:solidFill>
                <a:latin typeface="Arial"/>
                <a:ea typeface="Arial"/>
                <a:cs typeface="Arial"/>
              </a:defRPr>
            </a:lvl8pPr>
            <a:lvl9pPr algn="ctr">
              <a:defRPr sz="2025" b="1">
                <a:solidFill>
                  <a:srgbClr val="003C72"/>
                </a:solidFill>
                <a:latin typeface="Arial"/>
                <a:ea typeface="Arial"/>
                <a:cs typeface="Arial"/>
              </a:defRPr>
            </a:lvl9pPr>
          </a:lstStyle>
          <a:p>
            <a:pPr algn="ctr">
              <a:defRPr sz="2025" b="1">
                <a:solidFill>
                  <a:srgbClr val="003C72"/>
                </a:solidFill>
                <a:latin typeface="Arial"/>
                <a:ea typeface="Arial"/>
                <a:cs typeface="Arial"/>
              </a:defRPr>
            </a:pPr>
            <a:r>
              <a:rPr sz="2025" b="1">
                <a:solidFill>
                  <a:srgbClr val="003C72"/>
                </a:solidFill>
                <a:latin typeface="Arial"/>
                <a:ea typeface="Arial"/>
                <a:cs typeface="Arial"/>
              </a:rPr>
              <a:t>CHOOSE</a:t>
            </a:r>
          </a:p>
        </p:txBody>
      </p:sp>
      <p:sp>
        <p:nvSpPr>
          <p:cNvPr id="6" name="Rectangle 5">
            <a:extLst>
              <a:ext uri="{FF2B5EF4-FFF2-40B4-BE49-F238E27FC236}">
                <a16:creationId xmlns:a16="http://schemas.microsoft.com/office/drawing/2014/main" id="{D183C382-3D5C-452B-A361-E461101C2E40}"/>
              </a:ext>
            </a:extLst>
          </p:cNvPr>
          <p:cNvSpPr>
            <a:spLocks noGrp="1"/>
          </p:cNvSpPr>
          <p:nvPr/>
        </p:nvSpPr>
        <p:spPr>
          <a:xfrm>
            <a:off x="1095375" y="3448050"/>
            <a:ext cx="1905000" cy="457200"/>
          </a:xfrm>
          <a:prstGeom prst="rect">
            <a:avLst/>
          </a:prstGeom>
          <a:noFill/>
          <a:ln w="0">
            <a:noFill/>
            <a:prstDash val="solid"/>
          </a:ln>
        </p:spPr>
        <p:txBody>
          <a:bodyPr/>
          <a:lstStyle>
            <a:defPPr algn="ctr">
              <a:defRPr sz="1425">
                <a:solidFill>
                  <a:srgbClr val="12283A"/>
                </a:solidFill>
                <a:latin typeface="Arial"/>
                <a:ea typeface="Arial"/>
                <a:cs typeface="Arial"/>
              </a:defRPr>
            </a:defPPr>
            <a:lvl1pPr algn="ctr">
              <a:defRPr sz="1425">
                <a:solidFill>
                  <a:srgbClr val="12283A"/>
                </a:solidFill>
                <a:latin typeface="Arial"/>
                <a:ea typeface="Arial"/>
                <a:cs typeface="Arial"/>
              </a:defRPr>
            </a:lvl1pPr>
            <a:lvl2pPr algn="ctr">
              <a:defRPr sz="1425">
                <a:solidFill>
                  <a:srgbClr val="12283A"/>
                </a:solidFill>
                <a:latin typeface="Arial"/>
                <a:ea typeface="Arial"/>
                <a:cs typeface="Arial"/>
              </a:defRPr>
            </a:lvl2pPr>
            <a:lvl3pPr algn="ctr">
              <a:defRPr sz="1425">
                <a:solidFill>
                  <a:srgbClr val="12283A"/>
                </a:solidFill>
                <a:latin typeface="Arial"/>
                <a:ea typeface="Arial"/>
                <a:cs typeface="Arial"/>
              </a:defRPr>
            </a:lvl3pPr>
            <a:lvl4pPr algn="ctr">
              <a:defRPr sz="1425">
                <a:solidFill>
                  <a:srgbClr val="12283A"/>
                </a:solidFill>
                <a:latin typeface="Arial"/>
                <a:ea typeface="Arial"/>
                <a:cs typeface="Arial"/>
              </a:defRPr>
            </a:lvl4pPr>
            <a:lvl5pPr algn="ctr">
              <a:defRPr sz="1425">
                <a:solidFill>
                  <a:srgbClr val="12283A"/>
                </a:solidFill>
                <a:latin typeface="Arial"/>
                <a:ea typeface="Arial"/>
                <a:cs typeface="Arial"/>
              </a:defRPr>
            </a:lvl5pPr>
            <a:lvl6pPr algn="ctr">
              <a:defRPr sz="1425">
                <a:solidFill>
                  <a:srgbClr val="12283A"/>
                </a:solidFill>
                <a:latin typeface="Arial"/>
                <a:ea typeface="Arial"/>
                <a:cs typeface="Arial"/>
              </a:defRPr>
            </a:lvl6pPr>
            <a:lvl7pPr algn="ctr">
              <a:defRPr sz="1425">
                <a:solidFill>
                  <a:srgbClr val="12283A"/>
                </a:solidFill>
                <a:latin typeface="Arial"/>
                <a:ea typeface="Arial"/>
                <a:cs typeface="Arial"/>
              </a:defRPr>
            </a:lvl7pPr>
            <a:lvl8pPr algn="ctr">
              <a:defRPr sz="1425">
                <a:solidFill>
                  <a:srgbClr val="12283A"/>
                </a:solidFill>
                <a:latin typeface="Arial"/>
                <a:ea typeface="Arial"/>
                <a:cs typeface="Arial"/>
              </a:defRPr>
            </a:lvl8pPr>
            <a:lvl9pPr algn="ctr">
              <a:defRPr sz="1425">
                <a:solidFill>
                  <a:srgbClr val="12283A"/>
                </a:solidFill>
                <a:latin typeface="Arial"/>
                <a:ea typeface="Arial"/>
                <a:cs typeface="Arial"/>
              </a:defRPr>
            </a:lvl9pPr>
          </a:lstStyle>
          <a:p>
            <a:pPr algn="ctr">
              <a:defRPr sz="1425">
                <a:solidFill>
                  <a:srgbClr val="12283A"/>
                </a:solidFill>
                <a:latin typeface="Arial"/>
                <a:ea typeface="Arial"/>
                <a:cs typeface="Arial"/>
              </a:defRPr>
            </a:pPr>
            <a:r>
              <a:rPr sz="1425">
                <a:solidFill>
                  <a:srgbClr val="12283A"/>
                </a:solidFill>
                <a:latin typeface="Arial"/>
                <a:ea typeface="Arial"/>
                <a:cs typeface="Arial"/>
              </a:rPr>
              <a:t>a suitable task</a:t>
            </a:r>
          </a:p>
        </p:txBody>
      </p:sp>
      <p:sp>
        <p:nvSpPr>
          <p:cNvPr id="7" name="Rectangle: Rounded Corners 6">
            <a:extLst>
              <a:ext uri="{FF2B5EF4-FFF2-40B4-BE49-F238E27FC236}">
                <a16:creationId xmlns:a16="http://schemas.microsoft.com/office/drawing/2014/main" id="{05B11711-1DB9-4374-8AED-47DD4C1C4E9E}"/>
              </a:ext>
            </a:extLst>
          </p:cNvPr>
          <p:cNvSpPr>
            <a:spLocks noGrp="1"/>
          </p:cNvSpPr>
          <p:nvPr/>
        </p:nvSpPr>
        <p:spPr>
          <a:xfrm>
            <a:off x="3667125" y="2238375"/>
            <a:ext cx="2381250" cy="1905000"/>
          </a:xfrm>
          <a:prstGeom prst="roundRect">
            <a:avLst>
              <a:gd name="adj" fmla="val 4000"/>
            </a:avLst>
          </a:prstGeom>
          <a:solidFill>
            <a:srgbClr val="003C72"/>
          </a:solidFill>
          <a:ln w="19050">
            <a:solidFill>
              <a:srgbClr val="FFFFFF"/>
            </a:solidFill>
            <a:prstDash val="solid"/>
          </a:ln>
        </p:spPr>
        <p:txBody>
          <a:bodyPr/>
          <a:lstStyle/>
          <a:p>
            <a:endParaRPr lang="en-US"/>
          </a:p>
        </p:txBody>
      </p:sp>
      <p:sp>
        <p:nvSpPr>
          <p:cNvPr id="8" name="Rectangle 7">
            <a:extLst>
              <a:ext uri="{FF2B5EF4-FFF2-40B4-BE49-F238E27FC236}">
                <a16:creationId xmlns:a16="http://schemas.microsoft.com/office/drawing/2014/main" id="{A5AF3C1A-3E85-4418-ADDF-09204E5F1D57}"/>
              </a:ext>
            </a:extLst>
          </p:cNvPr>
          <p:cNvSpPr>
            <a:spLocks noGrp="1"/>
          </p:cNvSpPr>
          <p:nvPr/>
        </p:nvSpPr>
        <p:spPr>
          <a:xfrm>
            <a:off x="3857625" y="2400300"/>
            <a:ext cx="400050" cy="400050"/>
          </a:xfrm>
          <a:prstGeom prst="rect">
            <a:avLst/>
          </a:prstGeom>
          <a:noFill/>
          <a:ln w="0">
            <a:noFill/>
            <a:prstDash val="solid"/>
          </a:ln>
        </p:spPr>
        <p:txBody>
          <a:bodyPr/>
          <a:lstStyle>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9" name="Rectangle 8">
            <a:extLst>
              <a:ext uri="{FF2B5EF4-FFF2-40B4-BE49-F238E27FC236}">
                <a16:creationId xmlns:a16="http://schemas.microsoft.com/office/drawing/2014/main" id="{1DB4243F-5407-4E9A-B28B-1576522F30AA}"/>
              </a:ext>
            </a:extLst>
          </p:cNvPr>
          <p:cNvSpPr>
            <a:spLocks noGrp="1"/>
          </p:cNvSpPr>
          <p:nvPr/>
        </p:nvSpPr>
        <p:spPr>
          <a:xfrm>
            <a:off x="3876675" y="2933700"/>
            <a:ext cx="1962150" cy="419100"/>
          </a:xfrm>
          <a:prstGeom prst="rect">
            <a:avLst/>
          </a:prstGeom>
          <a:noFill/>
          <a:ln w="0">
            <a:noFill/>
            <a:prstDash val="solid"/>
          </a:ln>
        </p:spPr>
        <p:txBody>
          <a:bodyPr/>
          <a:lstStyle>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PROMPT</a:t>
            </a:r>
          </a:p>
        </p:txBody>
      </p:sp>
      <p:sp>
        <p:nvSpPr>
          <p:cNvPr id="10" name="Rectangle 9">
            <a:extLst>
              <a:ext uri="{FF2B5EF4-FFF2-40B4-BE49-F238E27FC236}">
                <a16:creationId xmlns:a16="http://schemas.microsoft.com/office/drawing/2014/main" id="{1937B8CC-798B-476B-93D4-8D79016EAB5C}"/>
              </a:ext>
            </a:extLst>
          </p:cNvPr>
          <p:cNvSpPr>
            <a:spLocks noGrp="1"/>
          </p:cNvSpPr>
          <p:nvPr/>
        </p:nvSpPr>
        <p:spPr>
          <a:xfrm>
            <a:off x="3905250" y="3448050"/>
            <a:ext cx="1905000" cy="457200"/>
          </a:xfrm>
          <a:prstGeom prst="rect">
            <a:avLst/>
          </a:prstGeom>
          <a:noFill/>
          <a:ln w="0">
            <a:noFill/>
            <a:prstDash val="solid"/>
          </a:ln>
        </p:spPr>
        <p:txBody>
          <a:bodyPr/>
          <a:lstStyle>
            <a:defPPr algn="ctr">
              <a:defRPr sz="1425">
                <a:solidFill>
                  <a:srgbClr val="EEF3F7"/>
                </a:solidFill>
                <a:latin typeface="Arial"/>
                <a:ea typeface="Arial"/>
                <a:cs typeface="Arial"/>
              </a:defRPr>
            </a:defPPr>
            <a:lvl1pPr algn="ctr">
              <a:defRPr sz="1425">
                <a:solidFill>
                  <a:srgbClr val="EEF3F7"/>
                </a:solidFill>
                <a:latin typeface="Arial"/>
                <a:ea typeface="Arial"/>
                <a:cs typeface="Arial"/>
              </a:defRPr>
            </a:lvl1pPr>
            <a:lvl2pPr algn="ctr">
              <a:defRPr sz="1425">
                <a:solidFill>
                  <a:srgbClr val="EEF3F7"/>
                </a:solidFill>
                <a:latin typeface="Arial"/>
                <a:ea typeface="Arial"/>
                <a:cs typeface="Arial"/>
              </a:defRPr>
            </a:lvl2pPr>
            <a:lvl3pPr algn="ctr">
              <a:defRPr sz="1425">
                <a:solidFill>
                  <a:srgbClr val="EEF3F7"/>
                </a:solidFill>
                <a:latin typeface="Arial"/>
                <a:ea typeface="Arial"/>
                <a:cs typeface="Arial"/>
              </a:defRPr>
            </a:lvl3pPr>
            <a:lvl4pPr algn="ctr">
              <a:defRPr sz="1425">
                <a:solidFill>
                  <a:srgbClr val="EEF3F7"/>
                </a:solidFill>
                <a:latin typeface="Arial"/>
                <a:ea typeface="Arial"/>
                <a:cs typeface="Arial"/>
              </a:defRPr>
            </a:lvl4pPr>
            <a:lvl5pPr algn="ctr">
              <a:defRPr sz="1425">
                <a:solidFill>
                  <a:srgbClr val="EEF3F7"/>
                </a:solidFill>
                <a:latin typeface="Arial"/>
                <a:ea typeface="Arial"/>
                <a:cs typeface="Arial"/>
              </a:defRPr>
            </a:lvl5pPr>
            <a:lvl6pPr algn="ctr">
              <a:defRPr sz="1425">
                <a:solidFill>
                  <a:srgbClr val="EEF3F7"/>
                </a:solidFill>
                <a:latin typeface="Arial"/>
                <a:ea typeface="Arial"/>
                <a:cs typeface="Arial"/>
              </a:defRPr>
            </a:lvl6pPr>
            <a:lvl7pPr algn="ctr">
              <a:defRPr sz="1425">
                <a:solidFill>
                  <a:srgbClr val="EEF3F7"/>
                </a:solidFill>
                <a:latin typeface="Arial"/>
                <a:ea typeface="Arial"/>
                <a:cs typeface="Arial"/>
              </a:defRPr>
            </a:lvl7pPr>
            <a:lvl8pPr algn="ctr">
              <a:defRPr sz="1425">
                <a:solidFill>
                  <a:srgbClr val="EEF3F7"/>
                </a:solidFill>
                <a:latin typeface="Arial"/>
                <a:ea typeface="Arial"/>
                <a:cs typeface="Arial"/>
              </a:defRPr>
            </a:lvl8pPr>
            <a:lvl9pPr algn="ctr">
              <a:defRPr sz="1425">
                <a:solidFill>
                  <a:srgbClr val="EEF3F7"/>
                </a:solidFill>
                <a:latin typeface="Arial"/>
                <a:ea typeface="Arial"/>
                <a:cs typeface="Arial"/>
              </a:defRPr>
            </a:lvl9pPr>
          </a:lstStyle>
          <a:p>
            <a:pPr algn="ctr">
              <a:defRPr sz="1425">
                <a:solidFill>
                  <a:srgbClr val="EEF3F7"/>
                </a:solidFill>
                <a:latin typeface="Arial"/>
                <a:ea typeface="Arial"/>
                <a:cs typeface="Arial"/>
              </a:defRPr>
            </a:pPr>
            <a:r>
              <a:rPr sz="1425">
                <a:solidFill>
                  <a:srgbClr val="EEF3F7"/>
                </a:solidFill>
                <a:latin typeface="Arial"/>
                <a:ea typeface="Arial"/>
                <a:cs typeface="Arial"/>
              </a:rPr>
              <a:t>with a clear brief</a:t>
            </a:r>
          </a:p>
        </p:txBody>
      </p:sp>
      <p:sp>
        <p:nvSpPr>
          <p:cNvPr id="11" name="Rectangle: Rounded Corners 10">
            <a:extLst>
              <a:ext uri="{FF2B5EF4-FFF2-40B4-BE49-F238E27FC236}">
                <a16:creationId xmlns:a16="http://schemas.microsoft.com/office/drawing/2014/main" id="{6D862222-4F33-491D-A8C9-04ECF8396AB2}"/>
              </a:ext>
            </a:extLst>
          </p:cNvPr>
          <p:cNvSpPr>
            <a:spLocks noGrp="1"/>
          </p:cNvSpPr>
          <p:nvPr/>
        </p:nvSpPr>
        <p:spPr>
          <a:xfrm>
            <a:off x="6477000" y="2238375"/>
            <a:ext cx="2381250" cy="1905000"/>
          </a:xfrm>
          <a:prstGeom prst="roundRect">
            <a:avLst>
              <a:gd name="adj" fmla="val 4000"/>
            </a:avLst>
          </a:prstGeom>
          <a:solidFill>
            <a:srgbClr val="FFFFFF"/>
          </a:solidFill>
          <a:ln w="19050">
            <a:solidFill>
              <a:srgbClr val="FFFFFF"/>
            </a:solidFill>
            <a:prstDash val="solid"/>
          </a:ln>
        </p:spPr>
        <p:txBody>
          <a:bodyPr/>
          <a:lstStyle/>
          <a:p>
            <a:endParaRPr lang="en-US"/>
          </a:p>
        </p:txBody>
      </p:sp>
      <p:sp>
        <p:nvSpPr>
          <p:cNvPr id="12" name="Rectangle 11">
            <a:extLst>
              <a:ext uri="{FF2B5EF4-FFF2-40B4-BE49-F238E27FC236}">
                <a16:creationId xmlns:a16="http://schemas.microsoft.com/office/drawing/2014/main" id="{4FFD96B3-1575-43C8-A6AB-D03B3FE3C797}"/>
              </a:ext>
            </a:extLst>
          </p:cNvPr>
          <p:cNvSpPr>
            <a:spLocks noGrp="1"/>
          </p:cNvSpPr>
          <p:nvPr/>
        </p:nvSpPr>
        <p:spPr>
          <a:xfrm>
            <a:off x="6667500" y="2400300"/>
            <a:ext cx="400050" cy="400050"/>
          </a:xfrm>
          <a:prstGeom prst="rect">
            <a:avLst/>
          </a:prstGeom>
          <a:noFill/>
          <a:ln w="0">
            <a:noFill/>
            <a:prstDash val="solid"/>
          </a:ln>
        </p:spPr>
        <p:txBody>
          <a:bodyPr/>
          <a:lstStyle>
            <a:defPPr algn="ctr">
              <a:defRPr sz="1575" b="1">
                <a:solidFill>
                  <a:srgbClr val="FE5200"/>
                </a:solidFill>
                <a:latin typeface="Arial"/>
                <a:ea typeface="Arial"/>
                <a:cs typeface="Arial"/>
              </a:defRPr>
            </a:defPPr>
            <a:lvl1pPr algn="ctr">
              <a:defRPr sz="1575" b="1">
                <a:solidFill>
                  <a:srgbClr val="FE5200"/>
                </a:solidFill>
                <a:latin typeface="Arial"/>
                <a:ea typeface="Arial"/>
                <a:cs typeface="Arial"/>
              </a:defRPr>
            </a:lvl1pPr>
            <a:lvl2pPr algn="ctr">
              <a:defRPr sz="1575" b="1">
                <a:solidFill>
                  <a:srgbClr val="FE5200"/>
                </a:solidFill>
                <a:latin typeface="Arial"/>
                <a:ea typeface="Arial"/>
                <a:cs typeface="Arial"/>
              </a:defRPr>
            </a:lvl2pPr>
            <a:lvl3pPr algn="ctr">
              <a:defRPr sz="1575" b="1">
                <a:solidFill>
                  <a:srgbClr val="FE5200"/>
                </a:solidFill>
                <a:latin typeface="Arial"/>
                <a:ea typeface="Arial"/>
                <a:cs typeface="Arial"/>
              </a:defRPr>
            </a:lvl3pPr>
            <a:lvl4pPr algn="ctr">
              <a:defRPr sz="1575" b="1">
                <a:solidFill>
                  <a:srgbClr val="FE5200"/>
                </a:solidFill>
                <a:latin typeface="Arial"/>
                <a:ea typeface="Arial"/>
                <a:cs typeface="Arial"/>
              </a:defRPr>
            </a:lvl4pPr>
            <a:lvl5pPr algn="ctr">
              <a:defRPr sz="1575" b="1">
                <a:solidFill>
                  <a:srgbClr val="FE5200"/>
                </a:solidFill>
                <a:latin typeface="Arial"/>
                <a:ea typeface="Arial"/>
                <a:cs typeface="Arial"/>
              </a:defRPr>
            </a:lvl5pPr>
            <a:lvl6pPr algn="ctr">
              <a:defRPr sz="1575" b="1">
                <a:solidFill>
                  <a:srgbClr val="FE5200"/>
                </a:solidFill>
                <a:latin typeface="Arial"/>
                <a:ea typeface="Arial"/>
                <a:cs typeface="Arial"/>
              </a:defRPr>
            </a:lvl6pPr>
            <a:lvl7pPr algn="ctr">
              <a:defRPr sz="1575" b="1">
                <a:solidFill>
                  <a:srgbClr val="FE5200"/>
                </a:solidFill>
                <a:latin typeface="Arial"/>
                <a:ea typeface="Arial"/>
                <a:cs typeface="Arial"/>
              </a:defRPr>
            </a:lvl7pPr>
            <a:lvl8pPr algn="ctr">
              <a:defRPr sz="1575" b="1">
                <a:solidFill>
                  <a:srgbClr val="FE5200"/>
                </a:solidFill>
                <a:latin typeface="Arial"/>
                <a:ea typeface="Arial"/>
                <a:cs typeface="Arial"/>
              </a:defRPr>
            </a:lvl8pPr>
            <a:lvl9pPr algn="ctr">
              <a:defRPr sz="1575" b="1">
                <a:solidFill>
                  <a:srgbClr val="FE5200"/>
                </a:solidFill>
                <a:latin typeface="Arial"/>
                <a:ea typeface="Arial"/>
                <a:cs typeface="Arial"/>
              </a:defRPr>
            </a:lvl9pPr>
          </a:lstStyle>
          <a:p>
            <a:pPr algn="ctr">
              <a:defRPr sz="1575" b="1">
                <a:solidFill>
                  <a:srgbClr val="FE5200"/>
                </a:solidFill>
                <a:latin typeface="Arial"/>
                <a:ea typeface="Arial"/>
                <a:cs typeface="Arial"/>
              </a:defRPr>
            </a:pPr>
            <a:r>
              <a:rPr sz="1575" b="1">
                <a:solidFill>
                  <a:srgbClr val="FE5200"/>
                </a:solidFill>
                <a:latin typeface="Arial"/>
                <a:ea typeface="Arial"/>
                <a:cs typeface="Arial"/>
              </a:rPr>
              <a:t>3</a:t>
            </a:r>
          </a:p>
        </p:txBody>
      </p:sp>
      <p:sp>
        <p:nvSpPr>
          <p:cNvPr id="13" name="Rectangle 12">
            <a:extLst>
              <a:ext uri="{FF2B5EF4-FFF2-40B4-BE49-F238E27FC236}">
                <a16:creationId xmlns:a16="http://schemas.microsoft.com/office/drawing/2014/main" id="{AD325A85-5B00-4D4D-BE5C-A78C6987BE63}"/>
              </a:ext>
            </a:extLst>
          </p:cNvPr>
          <p:cNvSpPr>
            <a:spLocks noGrp="1"/>
          </p:cNvSpPr>
          <p:nvPr/>
        </p:nvSpPr>
        <p:spPr>
          <a:xfrm>
            <a:off x="6686550" y="2933700"/>
            <a:ext cx="1962150" cy="419100"/>
          </a:xfrm>
          <a:prstGeom prst="rect">
            <a:avLst/>
          </a:prstGeom>
          <a:noFill/>
          <a:ln w="0">
            <a:noFill/>
            <a:prstDash val="solid"/>
          </a:ln>
        </p:spPr>
        <p:txBody>
          <a:bodyPr/>
          <a:lstStyle>
            <a:defPPr algn="ctr">
              <a:defRPr sz="2025" b="1">
                <a:solidFill>
                  <a:srgbClr val="003C72"/>
                </a:solidFill>
                <a:latin typeface="Arial"/>
                <a:ea typeface="Arial"/>
                <a:cs typeface="Arial"/>
              </a:defRPr>
            </a:defPPr>
            <a:lvl1pPr algn="ctr">
              <a:defRPr sz="2025" b="1">
                <a:solidFill>
                  <a:srgbClr val="003C72"/>
                </a:solidFill>
                <a:latin typeface="Arial"/>
                <a:ea typeface="Arial"/>
                <a:cs typeface="Arial"/>
              </a:defRPr>
            </a:lvl1pPr>
            <a:lvl2pPr algn="ctr">
              <a:defRPr sz="2025" b="1">
                <a:solidFill>
                  <a:srgbClr val="003C72"/>
                </a:solidFill>
                <a:latin typeface="Arial"/>
                <a:ea typeface="Arial"/>
                <a:cs typeface="Arial"/>
              </a:defRPr>
            </a:lvl2pPr>
            <a:lvl3pPr algn="ctr">
              <a:defRPr sz="2025" b="1">
                <a:solidFill>
                  <a:srgbClr val="003C72"/>
                </a:solidFill>
                <a:latin typeface="Arial"/>
                <a:ea typeface="Arial"/>
                <a:cs typeface="Arial"/>
              </a:defRPr>
            </a:lvl3pPr>
            <a:lvl4pPr algn="ctr">
              <a:defRPr sz="2025" b="1">
                <a:solidFill>
                  <a:srgbClr val="003C72"/>
                </a:solidFill>
                <a:latin typeface="Arial"/>
                <a:ea typeface="Arial"/>
                <a:cs typeface="Arial"/>
              </a:defRPr>
            </a:lvl4pPr>
            <a:lvl5pPr algn="ctr">
              <a:defRPr sz="2025" b="1">
                <a:solidFill>
                  <a:srgbClr val="003C72"/>
                </a:solidFill>
                <a:latin typeface="Arial"/>
                <a:ea typeface="Arial"/>
                <a:cs typeface="Arial"/>
              </a:defRPr>
            </a:lvl5pPr>
            <a:lvl6pPr algn="ctr">
              <a:defRPr sz="2025" b="1">
                <a:solidFill>
                  <a:srgbClr val="003C72"/>
                </a:solidFill>
                <a:latin typeface="Arial"/>
                <a:ea typeface="Arial"/>
                <a:cs typeface="Arial"/>
              </a:defRPr>
            </a:lvl6pPr>
            <a:lvl7pPr algn="ctr">
              <a:defRPr sz="2025" b="1">
                <a:solidFill>
                  <a:srgbClr val="003C72"/>
                </a:solidFill>
                <a:latin typeface="Arial"/>
                <a:ea typeface="Arial"/>
                <a:cs typeface="Arial"/>
              </a:defRPr>
            </a:lvl7pPr>
            <a:lvl8pPr algn="ctr">
              <a:defRPr sz="2025" b="1">
                <a:solidFill>
                  <a:srgbClr val="003C72"/>
                </a:solidFill>
                <a:latin typeface="Arial"/>
                <a:ea typeface="Arial"/>
                <a:cs typeface="Arial"/>
              </a:defRPr>
            </a:lvl8pPr>
            <a:lvl9pPr algn="ctr">
              <a:defRPr sz="2025" b="1">
                <a:solidFill>
                  <a:srgbClr val="003C72"/>
                </a:solidFill>
                <a:latin typeface="Arial"/>
                <a:ea typeface="Arial"/>
                <a:cs typeface="Arial"/>
              </a:defRPr>
            </a:lvl9pPr>
          </a:lstStyle>
          <a:p>
            <a:pPr algn="ctr">
              <a:defRPr sz="2025" b="1">
                <a:solidFill>
                  <a:srgbClr val="003C72"/>
                </a:solidFill>
                <a:latin typeface="Arial"/>
                <a:ea typeface="Arial"/>
                <a:cs typeface="Arial"/>
              </a:defRPr>
            </a:pPr>
            <a:r>
              <a:rPr sz="2025" b="1">
                <a:solidFill>
                  <a:srgbClr val="003C72"/>
                </a:solidFill>
                <a:latin typeface="Arial"/>
                <a:ea typeface="Arial"/>
                <a:cs typeface="Arial"/>
              </a:rPr>
              <a:t>CHECK</a:t>
            </a:r>
          </a:p>
        </p:txBody>
      </p:sp>
      <p:sp>
        <p:nvSpPr>
          <p:cNvPr id="14" name="Rectangle 13">
            <a:extLst>
              <a:ext uri="{FF2B5EF4-FFF2-40B4-BE49-F238E27FC236}">
                <a16:creationId xmlns:a16="http://schemas.microsoft.com/office/drawing/2014/main" id="{91588E73-17FA-462A-B587-BA34E5837F5D}"/>
              </a:ext>
            </a:extLst>
          </p:cNvPr>
          <p:cNvSpPr>
            <a:spLocks noGrp="1"/>
          </p:cNvSpPr>
          <p:nvPr/>
        </p:nvSpPr>
        <p:spPr>
          <a:xfrm>
            <a:off x="6715125" y="3448050"/>
            <a:ext cx="1905000" cy="457200"/>
          </a:xfrm>
          <a:prstGeom prst="rect">
            <a:avLst/>
          </a:prstGeom>
          <a:noFill/>
          <a:ln w="0">
            <a:noFill/>
            <a:prstDash val="solid"/>
          </a:ln>
        </p:spPr>
        <p:txBody>
          <a:bodyPr/>
          <a:lstStyle>
            <a:defPPr algn="ctr">
              <a:defRPr sz="1425">
                <a:solidFill>
                  <a:srgbClr val="12283A"/>
                </a:solidFill>
                <a:latin typeface="Arial"/>
                <a:ea typeface="Arial"/>
                <a:cs typeface="Arial"/>
              </a:defRPr>
            </a:defPPr>
            <a:lvl1pPr algn="ctr">
              <a:defRPr sz="1425">
                <a:solidFill>
                  <a:srgbClr val="12283A"/>
                </a:solidFill>
                <a:latin typeface="Arial"/>
                <a:ea typeface="Arial"/>
                <a:cs typeface="Arial"/>
              </a:defRPr>
            </a:lvl1pPr>
            <a:lvl2pPr algn="ctr">
              <a:defRPr sz="1425">
                <a:solidFill>
                  <a:srgbClr val="12283A"/>
                </a:solidFill>
                <a:latin typeface="Arial"/>
                <a:ea typeface="Arial"/>
                <a:cs typeface="Arial"/>
              </a:defRPr>
            </a:lvl2pPr>
            <a:lvl3pPr algn="ctr">
              <a:defRPr sz="1425">
                <a:solidFill>
                  <a:srgbClr val="12283A"/>
                </a:solidFill>
                <a:latin typeface="Arial"/>
                <a:ea typeface="Arial"/>
                <a:cs typeface="Arial"/>
              </a:defRPr>
            </a:lvl3pPr>
            <a:lvl4pPr algn="ctr">
              <a:defRPr sz="1425">
                <a:solidFill>
                  <a:srgbClr val="12283A"/>
                </a:solidFill>
                <a:latin typeface="Arial"/>
                <a:ea typeface="Arial"/>
                <a:cs typeface="Arial"/>
              </a:defRPr>
            </a:lvl4pPr>
            <a:lvl5pPr algn="ctr">
              <a:defRPr sz="1425">
                <a:solidFill>
                  <a:srgbClr val="12283A"/>
                </a:solidFill>
                <a:latin typeface="Arial"/>
                <a:ea typeface="Arial"/>
                <a:cs typeface="Arial"/>
              </a:defRPr>
            </a:lvl5pPr>
            <a:lvl6pPr algn="ctr">
              <a:defRPr sz="1425">
                <a:solidFill>
                  <a:srgbClr val="12283A"/>
                </a:solidFill>
                <a:latin typeface="Arial"/>
                <a:ea typeface="Arial"/>
                <a:cs typeface="Arial"/>
              </a:defRPr>
            </a:lvl6pPr>
            <a:lvl7pPr algn="ctr">
              <a:defRPr sz="1425">
                <a:solidFill>
                  <a:srgbClr val="12283A"/>
                </a:solidFill>
                <a:latin typeface="Arial"/>
                <a:ea typeface="Arial"/>
                <a:cs typeface="Arial"/>
              </a:defRPr>
            </a:lvl7pPr>
            <a:lvl8pPr algn="ctr">
              <a:defRPr sz="1425">
                <a:solidFill>
                  <a:srgbClr val="12283A"/>
                </a:solidFill>
                <a:latin typeface="Arial"/>
                <a:ea typeface="Arial"/>
                <a:cs typeface="Arial"/>
              </a:defRPr>
            </a:lvl8pPr>
            <a:lvl9pPr algn="ctr">
              <a:defRPr sz="1425">
                <a:solidFill>
                  <a:srgbClr val="12283A"/>
                </a:solidFill>
                <a:latin typeface="Arial"/>
                <a:ea typeface="Arial"/>
                <a:cs typeface="Arial"/>
              </a:defRPr>
            </a:lvl9pPr>
          </a:lstStyle>
          <a:p>
            <a:pPr algn="ctr">
              <a:defRPr sz="1425">
                <a:solidFill>
                  <a:srgbClr val="12283A"/>
                </a:solidFill>
                <a:latin typeface="Arial"/>
                <a:ea typeface="Arial"/>
                <a:cs typeface="Arial"/>
              </a:defRPr>
            </a:pPr>
            <a:r>
              <a:rPr sz="1425">
                <a:solidFill>
                  <a:srgbClr val="12283A"/>
                </a:solidFill>
                <a:latin typeface="Arial"/>
                <a:ea typeface="Arial"/>
                <a:cs typeface="Arial"/>
              </a:rPr>
              <a:t>the result</a:t>
            </a:r>
          </a:p>
        </p:txBody>
      </p:sp>
      <p:sp>
        <p:nvSpPr>
          <p:cNvPr id="15" name="Rectangle: Rounded Corners 14">
            <a:extLst>
              <a:ext uri="{FF2B5EF4-FFF2-40B4-BE49-F238E27FC236}">
                <a16:creationId xmlns:a16="http://schemas.microsoft.com/office/drawing/2014/main" id="{6EBF6C00-8AAC-4F9B-9EF3-8113DC183052}"/>
              </a:ext>
            </a:extLst>
          </p:cNvPr>
          <p:cNvSpPr>
            <a:spLocks noGrp="1"/>
          </p:cNvSpPr>
          <p:nvPr/>
        </p:nvSpPr>
        <p:spPr>
          <a:xfrm>
            <a:off x="9286875" y="2238375"/>
            <a:ext cx="2381250" cy="1905000"/>
          </a:xfrm>
          <a:prstGeom prst="roundRect">
            <a:avLst>
              <a:gd name="adj" fmla="val 4000"/>
            </a:avLst>
          </a:prstGeom>
          <a:solidFill>
            <a:srgbClr val="003C72"/>
          </a:solidFill>
          <a:ln w="19050">
            <a:solidFill>
              <a:srgbClr val="FFFFFF"/>
            </a:solidFill>
            <a:prstDash val="solid"/>
          </a:ln>
        </p:spPr>
        <p:txBody>
          <a:bodyPr/>
          <a:lstStyle/>
          <a:p>
            <a:endParaRPr lang="en-US"/>
          </a:p>
        </p:txBody>
      </p:sp>
      <p:sp>
        <p:nvSpPr>
          <p:cNvPr id="16" name="Rectangle 15">
            <a:extLst>
              <a:ext uri="{FF2B5EF4-FFF2-40B4-BE49-F238E27FC236}">
                <a16:creationId xmlns:a16="http://schemas.microsoft.com/office/drawing/2014/main" id="{54458C25-40C4-4E43-B9A5-7982049EF26C}"/>
              </a:ext>
            </a:extLst>
          </p:cNvPr>
          <p:cNvSpPr>
            <a:spLocks noGrp="1"/>
          </p:cNvSpPr>
          <p:nvPr/>
        </p:nvSpPr>
        <p:spPr>
          <a:xfrm>
            <a:off x="9477375" y="2400300"/>
            <a:ext cx="400050" cy="400050"/>
          </a:xfrm>
          <a:prstGeom prst="rect">
            <a:avLst/>
          </a:prstGeom>
          <a:noFill/>
          <a:ln w="0">
            <a:noFill/>
            <a:prstDash val="solid"/>
          </a:ln>
        </p:spPr>
        <p:txBody>
          <a:bodyPr/>
          <a:lstStyle>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17" name="Rectangle 16">
            <a:extLst>
              <a:ext uri="{FF2B5EF4-FFF2-40B4-BE49-F238E27FC236}">
                <a16:creationId xmlns:a16="http://schemas.microsoft.com/office/drawing/2014/main" id="{E75D953D-E502-40CF-B940-A3D5AD8AB08C}"/>
              </a:ext>
            </a:extLst>
          </p:cNvPr>
          <p:cNvSpPr>
            <a:spLocks noGrp="1"/>
          </p:cNvSpPr>
          <p:nvPr/>
        </p:nvSpPr>
        <p:spPr>
          <a:xfrm>
            <a:off x="9496425" y="2933700"/>
            <a:ext cx="1962150" cy="419100"/>
          </a:xfrm>
          <a:prstGeom prst="rect">
            <a:avLst/>
          </a:prstGeom>
          <a:noFill/>
          <a:ln w="0">
            <a:noFill/>
            <a:prstDash val="solid"/>
          </a:ln>
        </p:spPr>
        <p:txBody>
          <a:bodyPr/>
          <a:lstStyle>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OWN</a:t>
            </a:r>
          </a:p>
        </p:txBody>
      </p:sp>
      <p:sp>
        <p:nvSpPr>
          <p:cNvPr id="18" name="Rectangle 17">
            <a:extLst>
              <a:ext uri="{FF2B5EF4-FFF2-40B4-BE49-F238E27FC236}">
                <a16:creationId xmlns:a16="http://schemas.microsoft.com/office/drawing/2014/main" id="{E816E7BD-DF27-4F8E-920A-D6A192CD7011}"/>
              </a:ext>
            </a:extLst>
          </p:cNvPr>
          <p:cNvSpPr>
            <a:spLocks noGrp="1"/>
          </p:cNvSpPr>
          <p:nvPr/>
        </p:nvSpPr>
        <p:spPr>
          <a:xfrm>
            <a:off x="9525000" y="3448050"/>
            <a:ext cx="1905000" cy="457200"/>
          </a:xfrm>
          <a:prstGeom prst="rect">
            <a:avLst/>
          </a:prstGeom>
          <a:noFill/>
          <a:ln w="0">
            <a:noFill/>
            <a:prstDash val="solid"/>
          </a:ln>
        </p:spPr>
        <p:txBody>
          <a:bodyPr/>
          <a:lstStyle>
            <a:defPPr algn="ctr">
              <a:defRPr sz="1425">
                <a:solidFill>
                  <a:srgbClr val="EEF3F7"/>
                </a:solidFill>
                <a:latin typeface="Arial"/>
                <a:ea typeface="Arial"/>
                <a:cs typeface="Arial"/>
              </a:defRPr>
            </a:defPPr>
            <a:lvl1pPr algn="ctr">
              <a:defRPr sz="1425">
                <a:solidFill>
                  <a:srgbClr val="EEF3F7"/>
                </a:solidFill>
                <a:latin typeface="Arial"/>
                <a:ea typeface="Arial"/>
                <a:cs typeface="Arial"/>
              </a:defRPr>
            </a:lvl1pPr>
            <a:lvl2pPr algn="ctr">
              <a:defRPr sz="1425">
                <a:solidFill>
                  <a:srgbClr val="EEF3F7"/>
                </a:solidFill>
                <a:latin typeface="Arial"/>
                <a:ea typeface="Arial"/>
                <a:cs typeface="Arial"/>
              </a:defRPr>
            </a:lvl2pPr>
            <a:lvl3pPr algn="ctr">
              <a:defRPr sz="1425">
                <a:solidFill>
                  <a:srgbClr val="EEF3F7"/>
                </a:solidFill>
                <a:latin typeface="Arial"/>
                <a:ea typeface="Arial"/>
                <a:cs typeface="Arial"/>
              </a:defRPr>
            </a:lvl3pPr>
            <a:lvl4pPr algn="ctr">
              <a:defRPr sz="1425">
                <a:solidFill>
                  <a:srgbClr val="EEF3F7"/>
                </a:solidFill>
                <a:latin typeface="Arial"/>
                <a:ea typeface="Arial"/>
                <a:cs typeface="Arial"/>
              </a:defRPr>
            </a:lvl4pPr>
            <a:lvl5pPr algn="ctr">
              <a:defRPr sz="1425">
                <a:solidFill>
                  <a:srgbClr val="EEF3F7"/>
                </a:solidFill>
                <a:latin typeface="Arial"/>
                <a:ea typeface="Arial"/>
                <a:cs typeface="Arial"/>
              </a:defRPr>
            </a:lvl5pPr>
            <a:lvl6pPr algn="ctr">
              <a:defRPr sz="1425">
                <a:solidFill>
                  <a:srgbClr val="EEF3F7"/>
                </a:solidFill>
                <a:latin typeface="Arial"/>
                <a:ea typeface="Arial"/>
                <a:cs typeface="Arial"/>
              </a:defRPr>
            </a:lvl6pPr>
            <a:lvl7pPr algn="ctr">
              <a:defRPr sz="1425">
                <a:solidFill>
                  <a:srgbClr val="EEF3F7"/>
                </a:solidFill>
                <a:latin typeface="Arial"/>
                <a:ea typeface="Arial"/>
                <a:cs typeface="Arial"/>
              </a:defRPr>
            </a:lvl7pPr>
            <a:lvl8pPr algn="ctr">
              <a:defRPr sz="1425">
                <a:solidFill>
                  <a:srgbClr val="EEF3F7"/>
                </a:solidFill>
                <a:latin typeface="Arial"/>
                <a:ea typeface="Arial"/>
                <a:cs typeface="Arial"/>
              </a:defRPr>
            </a:lvl8pPr>
            <a:lvl9pPr algn="ctr">
              <a:defRPr sz="1425">
                <a:solidFill>
                  <a:srgbClr val="EEF3F7"/>
                </a:solidFill>
                <a:latin typeface="Arial"/>
                <a:ea typeface="Arial"/>
                <a:cs typeface="Arial"/>
              </a:defRPr>
            </a:lvl9pPr>
          </a:lstStyle>
          <a:p>
            <a:pPr algn="ctr">
              <a:defRPr sz="1425">
                <a:solidFill>
                  <a:srgbClr val="EEF3F7"/>
                </a:solidFill>
                <a:latin typeface="Arial"/>
                <a:ea typeface="Arial"/>
                <a:cs typeface="Arial"/>
              </a:defRPr>
            </a:pPr>
            <a:r>
              <a:rPr sz="1425">
                <a:solidFill>
                  <a:srgbClr val="EEF3F7"/>
                </a:solidFill>
                <a:latin typeface="Arial"/>
                <a:ea typeface="Arial"/>
                <a:cs typeface="Arial"/>
              </a:rPr>
              <a:t>the final work</a:t>
            </a:r>
          </a:p>
        </p:txBody>
      </p:sp>
      <p:sp>
        <p:nvSpPr>
          <p:cNvPr id="19" name="Rectangle 18">
            <a:extLst>
              <a:ext uri="{FF2B5EF4-FFF2-40B4-BE49-F238E27FC236}">
                <a16:creationId xmlns:a16="http://schemas.microsoft.com/office/drawing/2014/main" id="{FDE9345E-7901-4150-8A71-BA641EE54E6A}"/>
              </a:ext>
            </a:extLst>
          </p:cNvPr>
          <p:cNvSpPr>
            <a:spLocks noGrp="1"/>
          </p:cNvSpPr>
          <p:nvPr/>
        </p:nvSpPr>
        <p:spPr>
          <a:xfrm>
            <a:off x="2381250" y="4810125"/>
            <a:ext cx="7429500" cy="590550"/>
          </a:xfrm>
          <a:prstGeom prst="rect">
            <a:avLst/>
          </a:prstGeom>
          <a:noFill/>
          <a:ln w="0">
            <a:noFill/>
            <a:prstDash val="solid"/>
          </a:ln>
        </p:spPr>
        <p:txBody>
          <a:bodyPr/>
          <a:lstStyle>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AI assists. People remain accountable.</a:t>
            </a:r>
          </a:p>
        </p:txBody>
      </p:sp>
    </p:spTree>
    <p:extLst>
      <p:ext uri="{BB962C8B-B14F-4D97-AF65-F5344CB8AC3E}">
        <p14:creationId xmlns:p14="http://schemas.microsoft.com/office/powerpoint/2010/main" val="2124062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664957-50CD-4881-973E-F03486069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8195F408-9E5E-4542-A457-38649A9C2D49}"/>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003C72"/>
                </a:solidFill>
                <a:latin typeface="Arial"/>
                <a:ea typeface="Arial"/>
                <a:cs typeface="Arial"/>
              </a:defRPr>
            </a:defPPr>
            <a:lvl1pPr>
              <a:defRPr sz="3150" b="1">
                <a:solidFill>
                  <a:srgbClr val="003C72"/>
                </a:solidFill>
                <a:latin typeface="Arial"/>
                <a:ea typeface="Arial"/>
                <a:cs typeface="Arial"/>
              </a:defRPr>
            </a:lvl1pPr>
            <a:lvl2pPr>
              <a:defRPr sz="3150" b="1">
                <a:solidFill>
                  <a:srgbClr val="003C72"/>
                </a:solidFill>
                <a:latin typeface="Arial"/>
                <a:ea typeface="Arial"/>
                <a:cs typeface="Arial"/>
              </a:defRPr>
            </a:lvl2pPr>
            <a:lvl3pPr>
              <a:defRPr sz="3150" b="1">
                <a:solidFill>
                  <a:srgbClr val="003C72"/>
                </a:solidFill>
                <a:latin typeface="Arial"/>
                <a:ea typeface="Arial"/>
                <a:cs typeface="Arial"/>
              </a:defRPr>
            </a:lvl3pPr>
            <a:lvl4pPr>
              <a:defRPr sz="3150" b="1">
                <a:solidFill>
                  <a:srgbClr val="003C72"/>
                </a:solidFill>
                <a:latin typeface="Arial"/>
                <a:ea typeface="Arial"/>
                <a:cs typeface="Arial"/>
              </a:defRPr>
            </a:lvl4pPr>
            <a:lvl5pPr>
              <a:defRPr sz="3150" b="1">
                <a:solidFill>
                  <a:srgbClr val="003C72"/>
                </a:solidFill>
                <a:latin typeface="Arial"/>
                <a:ea typeface="Arial"/>
                <a:cs typeface="Arial"/>
              </a:defRPr>
            </a:lvl5pPr>
            <a:lvl6pPr>
              <a:defRPr sz="3150" b="1">
                <a:solidFill>
                  <a:srgbClr val="003C72"/>
                </a:solidFill>
                <a:latin typeface="Arial"/>
                <a:ea typeface="Arial"/>
                <a:cs typeface="Arial"/>
              </a:defRPr>
            </a:lvl6pPr>
            <a:lvl7pPr>
              <a:defRPr sz="3150" b="1">
                <a:solidFill>
                  <a:srgbClr val="003C72"/>
                </a:solidFill>
                <a:latin typeface="Arial"/>
                <a:ea typeface="Arial"/>
                <a:cs typeface="Arial"/>
              </a:defRPr>
            </a:lvl7pPr>
            <a:lvl8pPr>
              <a:defRPr sz="3150" b="1">
                <a:solidFill>
                  <a:srgbClr val="003C72"/>
                </a:solidFill>
                <a:latin typeface="Arial"/>
                <a:ea typeface="Arial"/>
                <a:cs typeface="Arial"/>
              </a:defRPr>
            </a:lvl8pPr>
            <a:lvl9pPr>
              <a:defRPr sz="3150" b="1">
                <a:solidFill>
                  <a:srgbClr val="003C72"/>
                </a:solidFill>
                <a:latin typeface="Arial"/>
                <a:ea typeface="Arial"/>
                <a:cs typeface="Arial"/>
              </a:defRPr>
            </a:lvl9pPr>
          </a:lstStyle>
          <a:p>
            <a:pPr>
              <a:defRPr sz="3150" b="1">
                <a:solidFill>
                  <a:srgbClr val="003C72"/>
                </a:solidFill>
                <a:latin typeface="Arial"/>
                <a:ea typeface="Arial"/>
                <a:cs typeface="Arial"/>
              </a:defRPr>
            </a:pPr>
            <a:r>
              <a:rPr sz="3150" b="1" dirty="0">
                <a:solidFill>
                  <a:srgbClr val="003C72"/>
                </a:solidFill>
                <a:latin typeface="Arial"/>
                <a:ea typeface="Arial"/>
                <a:cs typeface="Arial"/>
              </a:rPr>
              <a:t>Choose the </a:t>
            </a:r>
            <a:r>
              <a:rPr lang="en-US" sz="3150" b="1" dirty="0">
                <a:solidFill>
                  <a:srgbClr val="003C72"/>
                </a:solidFill>
                <a:latin typeface="Arial"/>
                <a:ea typeface="Arial"/>
                <a:cs typeface="Arial"/>
              </a:rPr>
              <a:t>R</a:t>
            </a:r>
            <a:r>
              <a:rPr sz="3150" b="1" dirty="0">
                <a:solidFill>
                  <a:srgbClr val="003C72"/>
                </a:solidFill>
                <a:latin typeface="Arial"/>
                <a:ea typeface="Arial"/>
                <a:cs typeface="Arial"/>
              </a:rPr>
              <a:t>ight </a:t>
            </a:r>
            <a:r>
              <a:rPr lang="en-US" dirty="0"/>
              <a:t>T</a:t>
            </a:r>
            <a:r>
              <a:rPr sz="3150" b="1" dirty="0">
                <a:solidFill>
                  <a:srgbClr val="003C72"/>
                </a:solidFill>
                <a:latin typeface="Arial"/>
                <a:ea typeface="Arial"/>
                <a:cs typeface="Arial"/>
              </a:rPr>
              <a:t>ask</a:t>
            </a:r>
          </a:p>
        </p:txBody>
      </p:sp>
      <p:sp>
        <p:nvSpPr>
          <p:cNvPr id="3" name="Rectangle 2">
            <a:extLst>
              <a:ext uri="{FF2B5EF4-FFF2-40B4-BE49-F238E27FC236}">
                <a16:creationId xmlns:a16="http://schemas.microsoft.com/office/drawing/2014/main" id="{5F99DF1B-C32F-4979-B850-538F3C99A1D1}"/>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AF47475A-694F-4309-A17C-6320272BA365}"/>
              </a:ext>
            </a:extLst>
          </p:cNvPr>
          <p:cNvSpPr>
            <a:spLocks noGrp="1"/>
          </p:cNvSpPr>
          <p:nvPr/>
        </p:nvSpPr>
        <p:spPr>
          <a:xfrm>
            <a:off x="904875" y="1809750"/>
            <a:ext cx="4905375" cy="3143250"/>
          </a:xfrm>
          <a:prstGeom prst="roundRect">
            <a:avLst>
              <a:gd name="adj" fmla="val 2424"/>
            </a:avLst>
          </a:prstGeom>
          <a:solidFill>
            <a:srgbClr val="EEF3F7"/>
          </a:solidFill>
          <a:ln w="19050">
            <a:solidFill>
              <a:srgbClr val="003C72"/>
            </a:solidFill>
            <a:prstDash val="solid"/>
          </a:ln>
        </p:spPr>
        <p:txBody>
          <a:bodyPr/>
          <a:lstStyle/>
          <a:p>
            <a:endParaRPr lang="en-US"/>
          </a:p>
        </p:txBody>
      </p:sp>
      <p:sp>
        <p:nvSpPr>
          <p:cNvPr id="5" name="Rectangle 4">
            <a:extLst>
              <a:ext uri="{FF2B5EF4-FFF2-40B4-BE49-F238E27FC236}">
                <a16:creationId xmlns:a16="http://schemas.microsoft.com/office/drawing/2014/main" id="{9D0E2111-A1AA-412D-9D9A-153DD663F2B0}"/>
              </a:ext>
            </a:extLst>
          </p:cNvPr>
          <p:cNvSpPr>
            <a:spLocks noGrp="1"/>
          </p:cNvSpPr>
          <p:nvPr/>
        </p:nvSpPr>
        <p:spPr>
          <a:xfrm>
            <a:off x="1133475" y="1981200"/>
            <a:ext cx="4448175" cy="457200"/>
          </a:xfrm>
          <a:prstGeom prst="rect">
            <a:avLst/>
          </a:prstGeom>
          <a:noFill/>
          <a:ln w="0">
            <a:noFill/>
            <a:prstDash val="solid"/>
          </a:ln>
        </p:spPr>
        <p:txBody>
          <a:bodyPr/>
          <a:lstStyle>
            <a:defPPr algn="l">
              <a:defRPr sz="1800" b="1">
                <a:solidFill>
                  <a:srgbClr val="003C72"/>
                </a:solidFill>
                <a:latin typeface="Arial"/>
                <a:ea typeface="Arial"/>
                <a:cs typeface="Arial"/>
              </a:defRPr>
            </a:defPPr>
            <a:lvl1pPr algn="l">
              <a:defRPr sz="1800" b="1">
                <a:solidFill>
                  <a:srgbClr val="003C72"/>
                </a:solidFill>
                <a:latin typeface="Arial"/>
                <a:ea typeface="Arial"/>
                <a:cs typeface="Arial"/>
              </a:defRPr>
            </a:lvl1pPr>
            <a:lvl2pPr algn="l">
              <a:defRPr sz="1800" b="1">
                <a:solidFill>
                  <a:srgbClr val="003C72"/>
                </a:solidFill>
                <a:latin typeface="Arial"/>
                <a:ea typeface="Arial"/>
                <a:cs typeface="Arial"/>
              </a:defRPr>
            </a:lvl2pPr>
            <a:lvl3pPr algn="l">
              <a:defRPr sz="1800" b="1">
                <a:solidFill>
                  <a:srgbClr val="003C72"/>
                </a:solidFill>
                <a:latin typeface="Arial"/>
                <a:ea typeface="Arial"/>
                <a:cs typeface="Arial"/>
              </a:defRPr>
            </a:lvl3pPr>
            <a:lvl4pPr algn="l">
              <a:defRPr sz="1800" b="1">
                <a:solidFill>
                  <a:srgbClr val="003C72"/>
                </a:solidFill>
                <a:latin typeface="Arial"/>
                <a:ea typeface="Arial"/>
                <a:cs typeface="Arial"/>
              </a:defRPr>
            </a:lvl4pPr>
            <a:lvl5pPr algn="l">
              <a:defRPr sz="1800" b="1">
                <a:solidFill>
                  <a:srgbClr val="003C72"/>
                </a:solidFill>
                <a:latin typeface="Arial"/>
                <a:ea typeface="Arial"/>
                <a:cs typeface="Arial"/>
              </a:defRPr>
            </a:lvl5pPr>
            <a:lvl6pPr algn="l">
              <a:defRPr sz="1800" b="1">
                <a:solidFill>
                  <a:srgbClr val="003C72"/>
                </a:solidFill>
                <a:latin typeface="Arial"/>
                <a:ea typeface="Arial"/>
                <a:cs typeface="Arial"/>
              </a:defRPr>
            </a:lvl6pPr>
            <a:lvl7pPr algn="l">
              <a:defRPr sz="1800" b="1">
                <a:solidFill>
                  <a:srgbClr val="003C72"/>
                </a:solidFill>
                <a:latin typeface="Arial"/>
                <a:ea typeface="Arial"/>
                <a:cs typeface="Arial"/>
              </a:defRPr>
            </a:lvl7pPr>
            <a:lvl8pPr algn="l">
              <a:defRPr sz="1800" b="1">
                <a:solidFill>
                  <a:srgbClr val="003C72"/>
                </a:solidFill>
                <a:latin typeface="Arial"/>
                <a:ea typeface="Arial"/>
                <a:cs typeface="Arial"/>
              </a:defRPr>
            </a:lvl8pPr>
            <a:lvl9pPr algn="l">
              <a:defRPr sz="1800" b="1">
                <a:solidFill>
                  <a:srgbClr val="003C72"/>
                </a:solidFill>
                <a:latin typeface="Arial"/>
                <a:ea typeface="Arial"/>
                <a:cs typeface="Arial"/>
              </a:defRPr>
            </a:lvl9pPr>
          </a:lstStyle>
          <a:p>
            <a:pPr algn="l">
              <a:defRPr sz="1800" b="1">
                <a:solidFill>
                  <a:srgbClr val="003C72"/>
                </a:solidFill>
                <a:latin typeface="Arial"/>
                <a:ea typeface="Arial"/>
                <a:cs typeface="Arial"/>
              </a:defRPr>
            </a:pPr>
            <a:r>
              <a:rPr sz="1800" b="1">
                <a:solidFill>
                  <a:srgbClr val="003C72"/>
                </a:solidFill>
                <a:latin typeface="Arial"/>
                <a:ea typeface="Arial"/>
                <a:cs typeface="Arial"/>
              </a:rPr>
              <a:t>GOOD FIT</a:t>
            </a:r>
          </a:p>
        </p:txBody>
      </p:sp>
      <p:sp>
        <p:nvSpPr>
          <p:cNvPr id="6" name="Rectangle 5">
            <a:extLst>
              <a:ext uri="{FF2B5EF4-FFF2-40B4-BE49-F238E27FC236}">
                <a16:creationId xmlns:a16="http://schemas.microsoft.com/office/drawing/2014/main" id="{3766F5A3-709C-4F69-AAA7-8A096819CA80}"/>
              </a:ext>
            </a:extLst>
          </p:cNvPr>
          <p:cNvSpPr>
            <a:spLocks noGrp="1"/>
          </p:cNvSpPr>
          <p:nvPr/>
        </p:nvSpPr>
        <p:spPr>
          <a:xfrm>
            <a:off x="1133475" y="2533650"/>
            <a:ext cx="4448175" cy="2247900"/>
          </a:xfrm>
          <a:prstGeom prst="rect">
            <a:avLst/>
          </a:prstGeom>
          <a:noFill/>
          <a:ln w="0">
            <a:noFill/>
            <a:prstDash val="solid"/>
          </a:ln>
        </p:spPr>
        <p:txBody>
          <a:bodyPr anchor="ctr"/>
          <a:lstStyle>
            <a:defPPr algn="l">
              <a:defRPr sz="1725">
                <a:solidFill>
                  <a:srgbClr val="003C72"/>
                </a:solidFill>
                <a:latin typeface="Arial"/>
                <a:ea typeface="Arial"/>
                <a:cs typeface="Arial"/>
              </a:defRPr>
            </a:defPPr>
            <a:lvl1pPr algn="l">
              <a:defRPr sz="1725">
                <a:solidFill>
                  <a:srgbClr val="003C72"/>
                </a:solidFill>
                <a:latin typeface="Arial"/>
                <a:ea typeface="Arial"/>
                <a:cs typeface="Arial"/>
              </a:defRPr>
            </a:lvl1pPr>
            <a:lvl2pPr algn="l">
              <a:defRPr sz="1725">
                <a:solidFill>
                  <a:srgbClr val="003C72"/>
                </a:solidFill>
                <a:latin typeface="Arial"/>
                <a:ea typeface="Arial"/>
                <a:cs typeface="Arial"/>
              </a:defRPr>
            </a:lvl2pPr>
            <a:lvl3pPr algn="l">
              <a:defRPr sz="1725">
                <a:solidFill>
                  <a:srgbClr val="003C72"/>
                </a:solidFill>
                <a:latin typeface="Arial"/>
                <a:ea typeface="Arial"/>
                <a:cs typeface="Arial"/>
              </a:defRPr>
            </a:lvl3pPr>
            <a:lvl4pPr algn="l">
              <a:defRPr sz="1725">
                <a:solidFill>
                  <a:srgbClr val="003C72"/>
                </a:solidFill>
                <a:latin typeface="Arial"/>
                <a:ea typeface="Arial"/>
                <a:cs typeface="Arial"/>
              </a:defRPr>
            </a:lvl4pPr>
            <a:lvl5pPr algn="l">
              <a:defRPr sz="1725">
                <a:solidFill>
                  <a:srgbClr val="003C72"/>
                </a:solidFill>
                <a:latin typeface="Arial"/>
                <a:ea typeface="Arial"/>
                <a:cs typeface="Arial"/>
              </a:defRPr>
            </a:lvl5pPr>
            <a:lvl6pPr algn="l">
              <a:defRPr sz="1725">
                <a:solidFill>
                  <a:srgbClr val="003C72"/>
                </a:solidFill>
                <a:latin typeface="Arial"/>
                <a:ea typeface="Arial"/>
                <a:cs typeface="Arial"/>
              </a:defRPr>
            </a:lvl6pPr>
            <a:lvl7pPr algn="l">
              <a:defRPr sz="1725">
                <a:solidFill>
                  <a:srgbClr val="003C72"/>
                </a:solidFill>
                <a:latin typeface="Arial"/>
                <a:ea typeface="Arial"/>
                <a:cs typeface="Arial"/>
              </a:defRPr>
            </a:lvl7pPr>
            <a:lvl8pPr algn="l">
              <a:defRPr sz="1725">
                <a:solidFill>
                  <a:srgbClr val="003C72"/>
                </a:solidFill>
                <a:latin typeface="Arial"/>
                <a:ea typeface="Arial"/>
                <a:cs typeface="Arial"/>
              </a:defRPr>
            </a:lvl8pPr>
            <a:lvl9pPr algn="l">
              <a:defRPr sz="1725">
                <a:solidFill>
                  <a:srgbClr val="003C72"/>
                </a:solidFill>
                <a:latin typeface="Arial"/>
                <a:ea typeface="Arial"/>
                <a:cs typeface="Arial"/>
              </a:defRPr>
            </a:lvl9pPr>
          </a:lstStyle>
          <a:p>
            <a:pPr algn="l">
              <a:defRPr sz="1725">
                <a:solidFill>
                  <a:srgbClr val="003C72"/>
                </a:solidFill>
                <a:latin typeface="Arial"/>
                <a:ea typeface="Arial"/>
                <a:cs typeface="Arial"/>
              </a:defRPr>
            </a:pPr>
            <a:r>
              <a:rPr sz="1725">
                <a:solidFill>
                  <a:srgbClr val="003C72"/>
                </a:solidFill>
                <a:latin typeface="Arial"/>
                <a:ea typeface="Arial"/>
                <a:cs typeface="Arial"/>
              </a:rPr>
              <a:t>Repeatable</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Text or idea heavy</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Low risk</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Easy to verify</a:t>
            </a:r>
          </a:p>
        </p:txBody>
      </p:sp>
      <p:sp>
        <p:nvSpPr>
          <p:cNvPr id="7" name="Rectangle: Rounded Corners 6">
            <a:extLst>
              <a:ext uri="{FF2B5EF4-FFF2-40B4-BE49-F238E27FC236}">
                <a16:creationId xmlns:a16="http://schemas.microsoft.com/office/drawing/2014/main" id="{7E66BD18-0ED9-4637-9701-91345916466D}"/>
              </a:ext>
            </a:extLst>
          </p:cNvPr>
          <p:cNvSpPr>
            <a:spLocks noGrp="1"/>
          </p:cNvSpPr>
          <p:nvPr/>
        </p:nvSpPr>
        <p:spPr>
          <a:xfrm>
            <a:off x="6381750" y="1809750"/>
            <a:ext cx="4905375" cy="3143250"/>
          </a:xfrm>
          <a:prstGeom prst="roundRect">
            <a:avLst>
              <a:gd name="adj" fmla="val 2424"/>
            </a:avLst>
          </a:prstGeom>
          <a:solidFill>
            <a:srgbClr val="FFFFFF"/>
          </a:solidFill>
          <a:ln w="19050">
            <a:solidFill>
              <a:srgbClr val="FE5200"/>
            </a:solidFill>
            <a:prstDash val="solid"/>
          </a:ln>
        </p:spPr>
        <p:txBody>
          <a:bodyPr/>
          <a:lstStyle/>
          <a:p>
            <a:endParaRPr lang="en-US"/>
          </a:p>
        </p:txBody>
      </p:sp>
      <p:sp>
        <p:nvSpPr>
          <p:cNvPr id="8" name="Rectangle 7">
            <a:extLst>
              <a:ext uri="{FF2B5EF4-FFF2-40B4-BE49-F238E27FC236}">
                <a16:creationId xmlns:a16="http://schemas.microsoft.com/office/drawing/2014/main" id="{616699CA-9657-4860-A39F-7356BF709D80}"/>
              </a:ext>
            </a:extLst>
          </p:cNvPr>
          <p:cNvSpPr>
            <a:spLocks noGrp="1"/>
          </p:cNvSpPr>
          <p:nvPr/>
        </p:nvSpPr>
        <p:spPr>
          <a:xfrm>
            <a:off x="6610350" y="1981200"/>
            <a:ext cx="4448175" cy="457200"/>
          </a:xfrm>
          <a:prstGeom prst="rect">
            <a:avLst/>
          </a:prstGeom>
          <a:noFill/>
          <a:ln w="0">
            <a:noFill/>
            <a:prstDash val="solid"/>
          </a:ln>
        </p:spPr>
        <p:txBody>
          <a:bodyPr/>
          <a:lstStyle>
            <a:defPPr algn="l">
              <a:defRPr sz="1800" b="1">
                <a:solidFill>
                  <a:srgbClr val="FE5200"/>
                </a:solidFill>
                <a:latin typeface="Arial"/>
                <a:ea typeface="Arial"/>
                <a:cs typeface="Arial"/>
              </a:defRPr>
            </a:defPPr>
            <a:lvl1pPr algn="l">
              <a:defRPr sz="1800" b="1">
                <a:solidFill>
                  <a:srgbClr val="FE5200"/>
                </a:solidFill>
                <a:latin typeface="Arial"/>
                <a:ea typeface="Arial"/>
                <a:cs typeface="Arial"/>
              </a:defRPr>
            </a:lvl1pPr>
            <a:lvl2pPr algn="l">
              <a:defRPr sz="1800" b="1">
                <a:solidFill>
                  <a:srgbClr val="FE5200"/>
                </a:solidFill>
                <a:latin typeface="Arial"/>
                <a:ea typeface="Arial"/>
                <a:cs typeface="Arial"/>
              </a:defRPr>
            </a:lvl2pPr>
            <a:lvl3pPr algn="l">
              <a:defRPr sz="1800" b="1">
                <a:solidFill>
                  <a:srgbClr val="FE5200"/>
                </a:solidFill>
                <a:latin typeface="Arial"/>
                <a:ea typeface="Arial"/>
                <a:cs typeface="Arial"/>
              </a:defRPr>
            </a:lvl3pPr>
            <a:lvl4pPr algn="l">
              <a:defRPr sz="1800" b="1">
                <a:solidFill>
                  <a:srgbClr val="FE5200"/>
                </a:solidFill>
                <a:latin typeface="Arial"/>
                <a:ea typeface="Arial"/>
                <a:cs typeface="Arial"/>
              </a:defRPr>
            </a:lvl4pPr>
            <a:lvl5pPr algn="l">
              <a:defRPr sz="1800" b="1">
                <a:solidFill>
                  <a:srgbClr val="FE5200"/>
                </a:solidFill>
                <a:latin typeface="Arial"/>
                <a:ea typeface="Arial"/>
                <a:cs typeface="Arial"/>
              </a:defRPr>
            </a:lvl5pPr>
            <a:lvl6pPr algn="l">
              <a:defRPr sz="1800" b="1">
                <a:solidFill>
                  <a:srgbClr val="FE5200"/>
                </a:solidFill>
                <a:latin typeface="Arial"/>
                <a:ea typeface="Arial"/>
                <a:cs typeface="Arial"/>
              </a:defRPr>
            </a:lvl6pPr>
            <a:lvl7pPr algn="l">
              <a:defRPr sz="1800" b="1">
                <a:solidFill>
                  <a:srgbClr val="FE5200"/>
                </a:solidFill>
                <a:latin typeface="Arial"/>
                <a:ea typeface="Arial"/>
                <a:cs typeface="Arial"/>
              </a:defRPr>
            </a:lvl7pPr>
            <a:lvl8pPr algn="l">
              <a:defRPr sz="1800" b="1">
                <a:solidFill>
                  <a:srgbClr val="FE5200"/>
                </a:solidFill>
                <a:latin typeface="Arial"/>
                <a:ea typeface="Arial"/>
                <a:cs typeface="Arial"/>
              </a:defRPr>
            </a:lvl8pPr>
            <a:lvl9pPr algn="l">
              <a:defRPr sz="1800" b="1">
                <a:solidFill>
                  <a:srgbClr val="FE5200"/>
                </a:solidFill>
                <a:latin typeface="Arial"/>
                <a:ea typeface="Arial"/>
                <a:cs typeface="Arial"/>
              </a:defRPr>
            </a:lvl9pPr>
          </a:lstStyle>
          <a:p>
            <a:pPr algn="l">
              <a:defRPr sz="1800" b="1">
                <a:solidFill>
                  <a:srgbClr val="FE5200"/>
                </a:solidFill>
                <a:latin typeface="Arial"/>
                <a:ea typeface="Arial"/>
                <a:cs typeface="Arial"/>
              </a:defRPr>
            </a:pPr>
            <a:r>
              <a:rPr sz="1800" b="1">
                <a:solidFill>
                  <a:srgbClr val="FE5200"/>
                </a:solidFill>
                <a:latin typeface="Arial"/>
                <a:ea typeface="Arial"/>
                <a:cs typeface="Arial"/>
              </a:rPr>
              <a:t>PAUSE FIRST</a:t>
            </a:r>
          </a:p>
        </p:txBody>
      </p:sp>
      <p:sp>
        <p:nvSpPr>
          <p:cNvPr id="9" name="Rectangle 8">
            <a:extLst>
              <a:ext uri="{FF2B5EF4-FFF2-40B4-BE49-F238E27FC236}">
                <a16:creationId xmlns:a16="http://schemas.microsoft.com/office/drawing/2014/main" id="{DA18C15A-88C9-4259-BABF-20FDDA758078}"/>
              </a:ext>
            </a:extLst>
          </p:cNvPr>
          <p:cNvSpPr>
            <a:spLocks noGrp="1"/>
          </p:cNvSpPr>
          <p:nvPr/>
        </p:nvSpPr>
        <p:spPr>
          <a:xfrm>
            <a:off x="6610350" y="2533650"/>
            <a:ext cx="4448175" cy="2247900"/>
          </a:xfrm>
          <a:prstGeom prst="rect">
            <a:avLst/>
          </a:prstGeom>
          <a:noFill/>
          <a:ln w="0">
            <a:noFill/>
            <a:prstDash val="solid"/>
          </a:ln>
        </p:spPr>
        <p:txBody>
          <a:bodyPr anchor="ctr"/>
          <a:lstStyle>
            <a:defPPr algn="l">
              <a:defRPr sz="1725">
                <a:solidFill>
                  <a:srgbClr val="003C72"/>
                </a:solidFill>
                <a:latin typeface="Arial"/>
                <a:ea typeface="Arial"/>
                <a:cs typeface="Arial"/>
              </a:defRPr>
            </a:defPPr>
            <a:lvl1pPr algn="l">
              <a:defRPr sz="1725">
                <a:solidFill>
                  <a:srgbClr val="003C72"/>
                </a:solidFill>
                <a:latin typeface="Arial"/>
                <a:ea typeface="Arial"/>
                <a:cs typeface="Arial"/>
              </a:defRPr>
            </a:lvl1pPr>
            <a:lvl2pPr algn="l">
              <a:defRPr sz="1725">
                <a:solidFill>
                  <a:srgbClr val="003C72"/>
                </a:solidFill>
                <a:latin typeface="Arial"/>
                <a:ea typeface="Arial"/>
                <a:cs typeface="Arial"/>
              </a:defRPr>
            </a:lvl2pPr>
            <a:lvl3pPr algn="l">
              <a:defRPr sz="1725">
                <a:solidFill>
                  <a:srgbClr val="003C72"/>
                </a:solidFill>
                <a:latin typeface="Arial"/>
                <a:ea typeface="Arial"/>
                <a:cs typeface="Arial"/>
              </a:defRPr>
            </a:lvl3pPr>
            <a:lvl4pPr algn="l">
              <a:defRPr sz="1725">
                <a:solidFill>
                  <a:srgbClr val="003C72"/>
                </a:solidFill>
                <a:latin typeface="Arial"/>
                <a:ea typeface="Arial"/>
                <a:cs typeface="Arial"/>
              </a:defRPr>
            </a:lvl4pPr>
            <a:lvl5pPr algn="l">
              <a:defRPr sz="1725">
                <a:solidFill>
                  <a:srgbClr val="003C72"/>
                </a:solidFill>
                <a:latin typeface="Arial"/>
                <a:ea typeface="Arial"/>
                <a:cs typeface="Arial"/>
              </a:defRPr>
            </a:lvl5pPr>
            <a:lvl6pPr algn="l">
              <a:defRPr sz="1725">
                <a:solidFill>
                  <a:srgbClr val="003C72"/>
                </a:solidFill>
                <a:latin typeface="Arial"/>
                <a:ea typeface="Arial"/>
                <a:cs typeface="Arial"/>
              </a:defRPr>
            </a:lvl6pPr>
            <a:lvl7pPr algn="l">
              <a:defRPr sz="1725">
                <a:solidFill>
                  <a:srgbClr val="003C72"/>
                </a:solidFill>
                <a:latin typeface="Arial"/>
                <a:ea typeface="Arial"/>
                <a:cs typeface="Arial"/>
              </a:defRPr>
            </a:lvl7pPr>
            <a:lvl8pPr algn="l">
              <a:defRPr sz="1725">
                <a:solidFill>
                  <a:srgbClr val="003C72"/>
                </a:solidFill>
                <a:latin typeface="Arial"/>
                <a:ea typeface="Arial"/>
                <a:cs typeface="Arial"/>
              </a:defRPr>
            </a:lvl8pPr>
            <a:lvl9pPr algn="l">
              <a:defRPr sz="1725">
                <a:solidFill>
                  <a:srgbClr val="003C72"/>
                </a:solidFill>
                <a:latin typeface="Arial"/>
                <a:ea typeface="Arial"/>
                <a:cs typeface="Arial"/>
              </a:defRPr>
            </a:lvl9pPr>
          </a:lstStyle>
          <a:p>
            <a:pPr algn="l">
              <a:defRPr sz="1725">
                <a:solidFill>
                  <a:srgbClr val="003C72"/>
                </a:solidFill>
                <a:latin typeface="Arial"/>
                <a:ea typeface="Arial"/>
                <a:cs typeface="Arial"/>
              </a:defRPr>
            </a:pPr>
            <a:r>
              <a:rPr sz="1725">
                <a:solidFill>
                  <a:srgbClr val="003C72"/>
                </a:solidFill>
                <a:latin typeface="Arial"/>
                <a:ea typeface="Arial"/>
                <a:cs typeface="Arial"/>
              </a:rPr>
              <a:t>Sensitive data</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High-stakes decisions</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Facts you cannot verify</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Institutional commitments</a:t>
            </a:r>
          </a:p>
        </p:txBody>
      </p:sp>
      <p:sp>
        <p:nvSpPr>
          <p:cNvPr id="10" name="Rectangle 9">
            <a:extLst>
              <a:ext uri="{FF2B5EF4-FFF2-40B4-BE49-F238E27FC236}">
                <a16:creationId xmlns:a16="http://schemas.microsoft.com/office/drawing/2014/main" id="{248B5318-1AD1-4CB9-899D-74B5207EA4AA}"/>
              </a:ext>
            </a:extLst>
          </p:cNvPr>
          <p:cNvSpPr>
            <a:spLocks noGrp="1"/>
          </p:cNvSpPr>
          <p:nvPr/>
        </p:nvSpPr>
        <p:spPr>
          <a:xfrm>
            <a:off x="1428750" y="5314950"/>
            <a:ext cx="9334500" cy="514350"/>
          </a:xfrm>
          <a:prstGeom prst="rect">
            <a:avLst/>
          </a:prstGeom>
          <a:noFill/>
          <a:ln w="0">
            <a:noFill/>
            <a:prstDash val="solid"/>
          </a:ln>
        </p:spPr>
        <p:txBody>
          <a:bodyPr/>
          <a:lstStyle>
            <a:defPPr algn="ctr">
              <a:defRPr sz="1725" b="1">
                <a:solidFill>
                  <a:srgbClr val="003C72"/>
                </a:solidFill>
                <a:latin typeface="Arial"/>
                <a:ea typeface="Arial"/>
                <a:cs typeface="Arial"/>
              </a:defRPr>
            </a:defPPr>
            <a:lvl1pPr algn="ctr">
              <a:defRPr sz="1725" b="1">
                <a:solidFill>
                  <a:srgbClr val="003C72"/>
                </a:solidFill>
                <a:latin typeface="Arial"/>
                <a:ea typeface="Arial"/>
                <a:cs typeface="Arial"/>
              </a:defRPr>
            </a:lvl1pPr>
            <a:lvl2pPr algn="ctr">
              <a:defRPr sz="1725" b="1">
                <a:solidFill>
                  <a:srgbClr val="003C72"/>
                </a:solidFill>
                <a:latin typeface="Arial"/>
                <a:ea typeface="Arial"/>
                <a:cs typeface="Arial"/>
              </a:defRPr>
            </a:lvl2pPr>
            <a:lvl3pPr algn="ctr">
              <a:defRPr sz="1725" b="1">
                <a:solidFill>
                  <a:srgbClr val="003C72"/>
                </a:solidFill>
                <a:latin typeface="Arial"/>
                <a:ea typeface="Arial"/>
                <a:cs typeface="Arial"/>
              </a:defRPr>
            </a:lvl3pPr>
            <a:lvl4pPr algn="ctr">
              <a:defRPr sz="1725" b="1">
                <a:solidFill>
                  <a:srgbClr val="003C72"/>
                </a:solidFill>
                <a:latin typeface="Arial"/>
                <a:ea typeface="Arial"/>
                <a:cs typeface="Arial"/>
              </a:defRPr>
            </a:lvl4pPr>
            <a:lvl5pPr algn="ctr">
              <a:defRPr sz="1725" b="1">
                <a:solidFill>
                  <a:srgbClr val="003C72"/>
                </a:solidFill>
                <a:latin typeface="Arial"/>
                <a:ea typeface="Arial"/>
                <a:cs typeface="Arial"/>
              </a:defRPr>
            </a:lvl5pPr>
            <a:lvl6pPr algn="ctr">
              <a:defRPr sz="1725" b="1">
                <a:solidFill>
                  <a:srgbClr val="003C72"/>
                </a:solidFill>
                <a:latin typeface="Arial"/>
                <a:ea typeface="Arial"/>
                <a:cs typeface="Arial"/>
              </a:defRPr>
            </a:lvl6pPr>
            <a:lvl7pPr algn="ctr">
              <a:defRPr sz="1725" b="1">
                <a:solidFill>
                  <a:srgbClr val="003C72"/>
                </a:solidFill>
                <a:latin typeface="Arial"/>
                <a:ea typeface="Arial"/>
                <a:cs typeface="Arial"/>
              </a:defRPr>
            </a:lvl7pPr>
            <a:lvl8pPr algn="ctr">
              <a:defRPr sz="1725" b="1">
                <a:solidFill>
                  <a:srgbClr val="003C72"/>
                </a:solidFill>
                <a:latin typeface="Arial"/>
                <a:ea typeface="Arial"/>
                <a:cs typeface="Arial"/>
              </a:defRPr>
            </a:lvl8pPr>
            <a:lvl9pPr algn="ctr">
              <a:defRPr sz="1725" b="1">
                <a:solidFill>
                  <a:srgbClr val="003C72"/>
                </a:solidFill>
                <a:latin typeface="Arial"/>
                <a:ea typeface="Arial"/>
                <a:cs typeface="Arial"/>
              </a:defRPr>
            </a:lvl9pPr>
          </a:lstStyle>
          <a:p>
            <a:pPr algn="ctr">
              <a:defRPr sz="1725" b="1">
                <a:solidFill>
                  <a:srgbClr val="003C72"/>
                </a:solidFill>
                <a:latin typeface="Arial"/>
                <a:ea typeface="Arial"/>
                <a:cs typeface="Arial"/>
              </a:defRPr>
            </a:pPr>
            <a:r>
              <a:rPr sz="1725" b="1">
                <a:solidFill>
                  <a:srgbClr val="003C72"/>
                </a:solidFill>
                <a:latin typeface="Arial"/>
                <a:ea typeface="Arial"/>
                <a:cs typeface="Arial"/>
              </a:rPr>
              <a:t>Ask: Can I verify this, and should this information leave my hands?</a:t>
            </a:r>
          </a:p>
        </p:txBody>
      </p:sp>
    </p:spTree>
    <p:extLst>
      <p:ext uri="{BB962C8B-B14F-4D97-AF65-F5344CB8AC3E}">
        <p14:creationId xmlns:p14="http://schemas.microsoft.com/office/powerpoint/2010/main" val="637526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A9BE45C0-CC40-46DC-931D-CB7EC2D46001}"/>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EDFB7A4-BECE-4C95-BB66-8E4B9508D86D}"/>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003C72"/>
                </a:solidFill>
                <a:latin typeface="Arial"/>
                <a:ea typeface="Arial"/>
                <a:cs typeface="Arial"/>
              </a:defRPr>
            </a:defPPr>
            <a:lvl1pPr>
              <a:defRPr sz="3150" b="1">
                <a:solidFill>
                  <a:srgbClr val="003C72"/>
                </a:solidFill>
                <a:latin typeface="Arial"/>
                <a:ea typeface="Arial"/>
                <a:cs typeface="Arial"/>
              </a:defRPr>
            </a:lvl1pPr>
            <a:lvl2pPr>
              <a:defRPr sz="3150" b="1">
                <a:solidFill>
                  <a:srgbClr val="003C72"/>
                </a:solidFill>
                <a:latin typeface="Arial"/>
                <a:ea typeface="Arial"/>
                <a:cs typeface="Arial"/>
              </a:defRPr>
            </a:lvl2pPr>
            <a:lvl3pPr>
              <a:defRPr sz="3150" b="1">
                <a:solidFill>
                  <a:srgbClr val="003C72"/>
                </a:solidFill>
                <a:latin typeface="Arial"/>
                <a:ea typeface="Arial"/>
                <a:cs typeface="Arial"/>
              </a:defRPr>
            </a:lvl3pPr>
            <a:lvl4pPr>
              <a:defRPr sz="3150" b="1">
                <a:solidFill>
                  <a:srgbClr val="003C72"/>
                </a:solidFill>
                <a:latin typeface="Arial"/>
                <a:ea typeface="Arial"/>
                <a:cs typeface="Arial"/>
              </a:defRPr>
            </a:lvl4pPr>
            <a:lvl5pPr>
              <a:defRPr sz="3150" b="1">
                <a:solidFill>
                  <a:srgbClr val="003C72"/>
                </a:solidFill>
                <a:latin typeface="Arial"/>
                <a:ea typeface="Arial"/>
                <a:cs typeface="Arial"/>
              </a:defRPr>
            </a:lvl5pPr>
            <a:lvl6pPr>
              <a:defRPr sz="3150" b="1">
                <a:solidFill>
                  <a:srgbClr val="003C72"/>
                </a:solidFill>
                <a:latin typeface="Arial"/>
                <a:ea typeface="Arial"/>
                <a:cs typeface="Arial"/>
              </a:defRPr>
            </a:lvl6pPr>
            <a:lvl7pPr>
              <a:defRPr sz="3150" b="1">
                <a:solidFill>
                  <a:srgbClr val="003C72"/>
                </a:solidFill>
                <a:latin typeface="Arial"/>
                <a:ea typeface="Arial"/>
                <a:cs typeface="Arial"/>
              </a:defRPr>
            </a:lvl7pPr>
            <a:lvl8pPr>
              <a:defRPr sz="3150" b="1">
                <a:solidFill>
                  <a:srgbClr val="003C72"/>
                </a:solidFill>
                <a:latin typeface="Arial"/>
                <a:ea typeface="Arial"/>
                <a:cs typeface="Arial"/>
              </a:defRPr>
            </a:lvl8pPr>
            <a:lvl9pPr>
              <a:defRPr sz="3150" b="1">
                <a:solidFill>
                  <a:srgbClr val="003C72"/>
                </a:solidFill>
                <a:latin typeface="Arial"/>
                <a:ea typeface="Arial"/>
                <a:cs typeface="Arial"/>
              </a:defRPr>
            </a:lvl9pPr>
          </a:lstStyle>
          <a:p>
            <a:pPr>
              <a:defRPr sz="3150" b="1">
                <a:solidFill>
                  <a:srgbClr val="003C72"/>
                </a:solidFill>
                <a:latin typeface="Arial"/>
                <a:ea typeface="Arial"/>
                <a:cs typeface="Arial"/>
              </a:defRPr>
            </a:pPr>
            <a:r>
              <a:rPr sz="3150" b="1">
                <a:solidFill>
                  <a:srgbClr val="003C72"/>
                </a:solidFill>
                <a:latin typeface="Arial"/>
                <a:ea typeface="Arial"/>
                <a:cs typeface="Arial"/>
              </a:rPr>
              <a:t>Give AI a useful brief</a:t>
            </a:r>
          </a:p>
        </p:txBody>
      </p:sp>
      <p:sp>
        <p:nvSpPr>
          <p:cNvPr id="3" name="Rectangle 2">
            <a:extLst>
              <a:ext uri="{FF2B5EF4-FFF2-40B4-BE49-F238E27FC236}">
                <a16:creationId xmlns:a16="http://schemas.microsoft.com/office/drawing/2014/main" id="{F0E5F88E-D3D2-454B-BE11-0124762CBCEB}"/>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6FBB6C92-F62D-4182-BDDD-FBD4F8D0E56F}"/>
              </a:ext>
            </a:extLst>
          </p:cNvPr>
          <p:cNvSpPr>
            <a:spLocks noGrp="1"/>
          </p:cNvSpPr>
          <p:nvPr/>
        </p:nvSpPr>
        <p:spPr>
          <a:xfrm>
            <a:off x="809625" y="1762125"/>
            <a:ext cx="2524125" cy="2095500"/>
          </a:xfrm>
          <a:prstGeom prst="roundRect">
            <a:avLst>
              <a:gd name="adj" fmla="val 3636"/>
            </a:avLst>
          </a:prstGeom>
          <a:solidFill>
            <a:srgbClr val="EEF3F7"/>
          </a:solidFill>
          <a:ln w="19050">
            <a:solidFill>
              <a:srgbClr val="003C72"/>
            </a:solidFill>
            <a:prstDash val="solid"/>
          </a:ln>
        </p:spPr>
        <p:txBody>
          <a:bodyPr/>
          <a:lstStyle/>
          <a:p>
            <a:endParaRPr lang="en-US"/>
          </a:p>
        </p:txBody>
      </p:sp>
      <p:sp>
        <p:nvSpPr>
          <p:cNvPr id="5" name="Rectangle 4">
            <a:extLst>
              <a:ext uri="{FF2B5EF4-FFF2-40B4-BE49-F238E27FC236}">
                <a16:creationId xmlns:a16="http://schemas.microsoft.com/office/drawing/2014/main" id="{18B5C08C-4EFD-470A-B6E3-617B067FC797}"/>
              </a:ext>
            </a:extLst>
          </p:cNvPr>
          <p:cNvSpPr>
            <a:spLocks noGrp="1"/>
          </p:cNvSpPr>
          <p:nvPr/>
        </p:nvSpPr>
        <p:spPr>
          <a:xfrm>
            <a:off x="1038225" y="1933575"/>
            <a:ext cx="2066925"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PURPOSE</a:t>
            </a:r>
          </a:p>
        </p:txBody>
      </p:sp>
      <p:sp>
        <p:nvSpPr>
          <p:cNvPr id="6" name="Rectangle 5">
            <a:extLst>
              <a:ext uri="{FF2B5EF4-FFF2-40B4-BE49-F238E27FC236}">
                <a16:creationId xmlns:a16="http://schemas.microsoft.com/office/drawing/2014/main" id="{DD5C2B94-366E-4DA0-AC47-694C684D9B9D}"/>
              </a:ext>
            </a:extLst>
          </p:cNvPr>
          <p:cNvSpPr>
            <a:spLocks noGrp="1"/>
          </p:cNvSpPr>
          <p:nvPr/>
        </p:nvSpPr>
        <p:spPr>
          <a:xfrm>
            <a:off x="1038225" y="2486025"/>
            <a:ext cx="2066925" cy="12001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What should it help you accomplish?</a:t>
            </a:r>
          </a:p>
        </p:txBody>
      </p:sp>
      <p:sp>
        <p:nvSpPr>
          <p:cNvPr id="7" name="Rectangle: Rounded Corners 6">
            <a:extLst>
              <a:ext uri="{FF2B5EF4-FFF2-40B4-BE49-F238E27FC236}">
                <a16:creationId xmlns:a16="http://schemas.microsoft.com/office/drawing/2014/main" id="{4B359AE1-C88A-4077-B46D-9C6E35E0A6FD}"/>
              </a:ext>
            </a:extLst>
          </p:cNvPr>
          <p:cNvSpPr>
            <a:spLocks noGrp="1"/>
          </p:cNvSpPr>
          <p:nvPr/>
        </p:nvSpPr>
        <p:spPr>
          <a:xfrm>
            <a:off x="3648075" y="1762125"/>
            <a:ext cx="2524125" cy="2095500"/>
          </a:xfrm>
          <a:prstGeom prst="roundRect">
            <a:avLst>
              <a:gd name="adj" fmla="val 3636"/>
            </a:avLst>
          </a:prstGeom>
          <a:solidFill>
            <a:srgbClr val="FFFFFF"/>
          </a:solidFill>
          <a:ln w="19050">
            <a:solidFill>
              <a:srgbClr val="FE5200"/>
            </a:solidFill>
            <a:prstDash val="solid"/>
          </a:ln>
        </p:spPr>
        <p:txBody>
          <a:bodyPr/>
          <a:lstStyle/>
          <a:p>
            <a:endParaRPr lang="en-US"/>
          </a:p>
        </p:txBody>
      </p:sp>
      <p:sp>
        <p:nvSpPr>
          <p:cNvPr id="8" name="Rectangle 7">
            <a:extLst>
              <a:ext uri="{FF2B5EF4-FFF2-40B4-BE49-F238E27FC236}">
                <a16:creationId xmlns:a16="http://schemas.microsoft.com/office/drawing/2014/main" id="{C897AD38-4C94-41DC-AEB0-6451B05EC234}"/>
              </a:ext>
            </a:extLst>
          </p:cNvPr>
          <p:cNvSpPr>
            <a:spLocks noGrp="1"/>
          </p:cNvSpPr>
          <p:nvPr/>
        </p:nvSpPr>
        <p:spPr>
          <a:xfrm>
            <a:off x="3876675" y="1933575"/>
            <a:ext cx="2066925" cy="457200"/>
          </a:xfrm>
          <a:prstGeom prst="rect">
            <a:avLst/>
          </a:prstGeom>
          <a:noFill/>
          <a:ln w="0">
            <a:noFill/>
            <a:prstDash val="solid"/>
          </a:ln>
        </p:spPr>
        <p:txBody>
          <a:bodyPr/>
          <a:lstStyle>
            <a:defPPr algn="ctr">
              <a:defRPr sz="1800" b="1">
                <a:solidFill>
                  <a:srgbClr val="FE5200"/>
                </a:solidFill>
                <a:latin typeface="Arial"/>
                <a:ea typeface="Arial"/>
                <a:cs typeface="Arial"/>
              </a:defRPr>
            </a:defPPr>
            <a:lvl1pPr algn="ctr">
              <a:defRPr sz="1800" b="1">
                <a:solidFill>
                  <a:srgbClr val="FE5200"/>
                </a:solidFill>
                <a:latin typeface="Arial"/>
                <a:ea typeface="Arial"/>
                <a:cs typeface="Arial"/>
              </a:defRPr>
            </a:lvl1pPr>
            <a:lvl2pPr algn="ctr">
              <a:defRPr sz="1800" b="1">
                <a:solidFill>
                  <a:srgbClr val="FE5200"/>
                </a:solidFill>
                <a:latin typeface="Arial"/>
                <a:ea typeface="Arial"/>
                <a:cs typeface="Arial"/>
              </a:defRPr>
            </a:lvl2pPr>
            <a:lvl3pPr algn="ctr">
              <a:defRPr sz="1800" b="1">
                <a:solidFill>
                  <a:srgbClr val="FE5200"/>
                </a:solidFill>
                <a:latin typeface="Arial"/>
                <a:ea typeface="Arial"/>
                <a:cs typeface="Arial"/>
              </a:defRPr>
            </a:lvl3pPr>
            <a:lvl4pPr algn="ctr">
              <a:defRPr sz="1800" b="1">
                <a:solidFill>
                  <a:srgbClr val="FE5200"/>
                </a:solidFill>
                <a:latin typeface="Arial"/>
                <a:ea typeface="Arial"/>
                <a:cs typeface="Arial"/>
              </a:defRPr>
            </a:lvl4pPr>
            <a:lvl5pPr algn="ctr">
              <a:defRPr sz="1800" b="1">
                <a:solidFill>
                  <a:srgbClr val="FE5200"/>
                </a:solidFill>
                <a:latin typeface="Arial"/>
                <a:ea typeface="Arial"/>
                <a:cs typeface="Arial"/>
              </a:defRPr>
            </a:lvl5pPr>
            <a:lvl6pPr algn="ctr">
              <a:defRPr sz="1800" b="1">
                <a:solidFill>
                  <a:srgbClr val="FE5200"/>
                </a:solidFill>
                <a:latin typeface="Arial"/>
                <a:ea typeface="Arial"/>
                <a:cs typeface="Arial"/>
              </a:defRPr>
            </a:lvl6pPr>
            <a:lvl7pPr algn="ctr">
              <a:defRPr sz="1800" b="1">
                <a:solidFill>
                  <a:srgbClr val="FE5200"/>
                </a:solidFill>
                <a:latin typeface="Arial"/>
                <a:ea typeface="Arial"/>
                <a:cs typeface="Arial"/>
              </a:defRPr>
            </a:lvl7pPr>
            <a:lvl8pPr algn="ctr">
              <a:defRPr sz="1800" b="1">
                <a:solidFill>
                  <a:srgbClr val="FE5200"/>
                </a:solidFill>
                <a:latin typeface="Arial"/>
                <a:ea typeface="Arial"/>
                <a:cs typeface="Arial"/>
              </a:defRPr>
            </a:lvl8pPr>
            <a:lvl9pPr algn="ctr">
              <a:defRPr sz="1800" b="1">
                <a:solidFill>
                  <a:srgbClr val="FE5200"/>
                </a:solidFill>
                <a:latin typeface="Arial"/>
                <a:ea typeface="Arial"/>
                <a:cs typeface="Arial"/>
              </a:defRPr>
            </a:lvl9pPr>
          </a:lstStyle>
          <a:p>
            <a:pPr algn="ctr">
              <a:defRPr sz="1800" b="1">
                <a:solidFill>
                  <a:srgbClr val="FE5200"/>
                </a:solidFill>
                <a:latin typeface="Arial"/>
                <a:ea typeface="Arial"/>
                <a:cs typeface="Arial"/>
              </a:defRPr>
            </a:pPr>
            <a:r>
              <a:rPr sz="1800" b="1">
                <a:solidFill>
                  <a:srgbClr val="FE5200"/>
                </a:solidFill>
                <a:latin typeface="Arial"/>
                <a:ea typeface="Arial"/>
                <a:cs typeface="Arial"/>
              </a:rPr>
              <a:t>CONTEXT</a:t>
            </a:r>
          </a:p>
        </p:txBody>
      </p:sp>
      <p:sp>
        <p:nvSpPr>
          <p:cNvPr id="9" name="Rectangle 8">
            <a:extLst>
              <a:ext uri="{FF2B5EF4-FFF2-40B4-BE49-F238E27FC236}">
                <a16:creationId xmlns:a16="http://schemas.microsoft.com/office/drawing/2014/main" id="{F4E58FFF-49C1-4ED8-9FB9-99D33C4ACA1A}"/>
              </a:ext>
            </a:extLst>
          </p:cNvPr>
          <p:cNvSpPr>
            <a:spLocks noGrp="1"/>
          </p:cNvSpPr>
          <p:nvPr/>
        </p:nvSpPr>
        <p:spPr>
          <a:xfrm>
            <a:off x="3876675" y="2486025"/>
            <a:ext cx="2066925" cy="12001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What does it need to know?</a:t>
            </a:r>
          </a:p>
        </p:txBody>
      </p:sp>
      <p:sp>
        <p:nvSpPr>
          <p:cNvPr id="10" name="Rectangle: Rounded Corners 9">
            <a:extLst>
              <a:ext uri="{FF2B5EF4-FFF2-40B4-BE49-F238E27FC236}">
                <a16:creationId xmlns:a16="http://schemas.microsoft.com/office/drawing/2014/main" id="{BFFC0817-31F8-4A12-9738-0A8AF3FD07F7}"/>
              </a:ext>
            </a:extLst>
          </p:cNvPr>
          <p:cNvSpPr>
            <a:spLocks noGrp="1"/>
          </p:cNvSpPr>
          <p:nvPr/>
        </p:nvSpPr>
        <p:spPr>
          <a:xfrm>
            <a:off x="6486525" y="1762125"/>
            <a:ext cx="2524125" cy="2095500"/>
          </a:xfrm>
          <a:prstGeom prst="roundRect">
            <a:avLst>
              <a:gd name="adj" fmla="val 3636"/>
            </a:avLst>
          </a:prstGeom>
          <a:solidFill>
            <a:srgbClr val="EEF3F7"/>
          </a:solidFill>
          <a:ln w="19050">
            <a:solidFill>
              <a:srgbClr val="003C72"/>
            </a:solidFill>
            <a:prstDash val="solid"/>
          </a:ln>
        </p:spPr>
        <p:txBody>
          <a:bodyPr/>
          <a:lstStyle/>
          <a:p>
            <a:endParaRPr lang="en-US"/>
          </a:p>
        </p:txBody>
      </p:sp>
      <p:sp>
        <p:nvSpPr>
          <p:cNvPr id="11" name="Rectangle 10">
            <a:extLst>
              <a:ext uri="{FF2B5EF4-FFF2-40B4-BE49-F238E27FC236}">
                <a16:creationId xmlns:a16="http://schemas.microsoft.com/office/drawing/2014/main" id="{CEE94C51-AAB7-4625-9DE1-FB38BA642AFA}"/>
              </a:ext>
            </a:extLst>
          </p:cNvPr>
          <p:cNvSpPr>
            <a:spLocks noGrp="1"/>
          </p:cNvSpPr>
          <p:nvPr/>
        </p:nvSpPr>
        <p:spPr>
          <a:xfrm>
            <a:off x="6715125" y="1933575"/>
            <a:ext cx="2066925"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CONSTRAINTS</a:t>
            </a:r>
          </a:p>
        </p:txBody>
      </p:sp>
      <p:sp>
        <p:nvSpPr>
          <p:cNvPr id="12" name="Rectangle 11">
            <a:extLst>
              <a:ext uri="{FF2B5EF4-FFF2-40B4-BE49-F238E27FC236}">
                <a16:creationId xmlns:a16="http://schemas.microsoft.com/office/drawing/2014/main" id="{C769C994-F648-4320-920D-846CF59B8901}"/>
              </a:ext>
            </a:extLst>
          </p:cNvPr>
          <p:cNvSpPr>
            <a:spLocks noGrp="1"/>
          </p:cNvSpPr>
          <p:nvPr/>
        </p:nvSpPr>
        <p:spPr>
          <a:xfrm>
            <a:off x="6715125" y="2486025"/>
            <a:ext cx="2066925" cy="12001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What must it protect or follow?</a:t>
            </a:r>
          </a:p>
        </p:txBody>
      </p:sp>
      <p:sp>
        <p:nvSpPr>
          <p:cNvPr id="13" name="Rectangle: Rounded Corners 12">
            <a:extLst>
              <a:ext uri="{FF2B5EF4-FFF2-40B4-BE49-F238E27FC236}">
                <a16:creationId xmlns:a16="http://schemas.microsoft.com/office/drawing/2014/main" id="{18633107-DC2D-460E-9CB7-C518407E0190}"/>
              </a:ext>
            </a:extLst>
          </p:cNvPr>
          <p:cNvSpPr>
            <a:spLocks noGrp="1"/>
          </p:cNvSpPr>
          <p:nvPr/>
        </p:nvSpPr>
        <p:spPr>
          <a:xfrm>
            <a:off x="9324975" y="1762125"/>
            <a:ext cx="2524125" cy="2095500"/>
          </a:xfrm>
          <a:prstGeom prst="roundRect">
            <a:avLst>
              <a:gd name="adj" fmla="val 3636"/>
            </a:avLst>
          </a:prstGeom>
          <a:solidFill>
            <a:srgbClr val="FFFFFF"/>
          </a:solidFill>
          <a:ln w="19050">
            <a:solidFill>
              <a:srgbClr val="FE5200"/>
            </a:solidFill>
            <a:prstDash val="solid"/>
          </a:ln>
        </p:spPr>
        <p:txBody>
          <a:bodyPr/>
          <a:lstStyle/>
          <a:p>
            <a:endParaRPr lang="en-US"/>
          </a:p>
        </p:txBody>
      </p:sp>
      <p:sp>
        <p:nvSpPr>
          <p:cNvPr id="14" name="Rectangle 13">
            <a:extLst>
              <a:ext uri="{FF2B5EF4-FFF2-40B4-BE49-F238E27FC236}">
                <a16:creationId xmlns:a16="http://schemas.microsoft.com/office/drawing/2014/main" id="{3CF3CE56-FB34-4489-9A89-060A6E6C1660}"/>
              </a:ext>
            </a:extLst>
          </p:cNvPr>
          <p:cNvSpPr>
            <a:spLocks noGrp="1"/>
          </p:cNvSpPr>
          <p:nvPr/>
        </p:nvSpPr>
        <p:spPr>
          <a:xfrm>
            <a:off x="9553575" y="1933575"/>
            <a:ext cx="2066925" cy="457200"/>
          </a:xfrm>
          <a:prstGeom prst="rect">
            <a:avLst/>
          </a:prstGeom>
          <a:noFill/>
          <a:ln w="0">
            <a:noFill/>
            <a:prstDash val="solid"/>
          </a:ln>
        </p:spPr>
        <p:txBody>
          <a:bodyPr/>
          <a:lstStyle>
            <a:defPPr algn="ctr">
              <a:defRPr sz="1800" b="1">
                <a:solidFill>
                  <a:srgbClr val="FE5200"/>
                </a:solidFill>
                <a:latin typeface="Arial"/>
                <a:ea typeface="Arial"/>
                <a:cs typeface="Arial"/>
              </a:defRPr>
            </a:defPPr>
            <a:lvl1pPr algn="ctr">
              <a:defRPr sz="1800" b="1">
                <a:solidFill>
                  <a:srgbClr val="FE5200"/>
                </a:solidFill>
                <a:latin typeface="Arial"/>
                <a:ea typeface="Arial"/>
                <a:cs typeface="Arial"/>
              </a:defRPr>
            </a:lvl1pPr>
            <a:lvl2pPr algn="ctr">
              <a:defRPr sz="1800" b="1">
                <a:solidFill>
                  <a:srgbClr val="FE5200"/>
                </a:solidFill>
                <a:latin typeface="Arial"/>
                <a:ea typeface="Arial"/>
                <a:cs typeface="Arial"/>
              </a:defRPr>
            </a:lvl2pPr>
            <a:lvl3pPr algn="ctr">
              <a:defRPr sz="1800" b="1">
                <a:solidFill>
                  <a:srgbClr val="FE5200"/>
                </a:solidFill>
                <a:latin typeface="Arial"/>
                <a:ea typeface="Arial"/>
                <a:cs typeface="Arial"/>
              </a:defRPr>
            </a:lvl3pPr>
            <a:lvl4pPr algn="ctr">
              <a:defRPr sz="1800" b="1">
                <a:solidFill>
                  <a:srgbClr val="FE5200"/>
                </a:solidFill>
                <a:latin typeface="Arial"/>
                <a:ea typeface="Arial"/>
                <a:cs typeface="Arial"/>
              </a:defRPr>
            </a:lvl4pPr>
            <a:lvl5pPr algn="ctr">
              <a:defRPr sz="1800" b="1">
                <a:solidFill>
                  <a:srgbClr val="FE5200"/>
                </a:solidFill>
                <a:latin typeface="Arial"/>
                <a:ea typeface="Arial"/>
                <a:cs typeface="Arial"/>
              </a:defRPr>
            </a:lvl5pPr>
            <a:lvl6pPr algn="ctr">
              <a:defRPr sz="1800" b="1">
                <a:solidFill>
                  <a:srgbClr val="FE5200"/>
                </a:solidFill>
                <a:latin typeface="Arial"/>
                <a:ea typeface="Arial"/>
                <a:cs typeface="Arial"/>
              </a:defRPr>
            </a:lvl6pPr>
            <a:lvl7pPr algn="ctr">
              <a:defRPr sz="1800" b="1">
                <a:solidFill>
                  <a:srgbClr val="FE5200"/>
                </a:solidFill>
                <a:latin typeface="Arial"/>
                <a:ea typeface="Arial"/>
                <a:cs typeface="Arial"/>
              </a:defRPr>
            </a:lvl7pPr>
            <a:lvl8pPr algn="ctr">
              <a:defRPr sz="1800" b="1">
                <a:solidFill>
                  <a:srgbClr val="FE5200"/>
                </a:solidFill>
                <a:latin typeface="Arial"/>
                <a:ea typeface="Arial"/>
                <a:cs typeface="Arial"/>
              </a:defRPr>
            </a:lvl8pPr>
            <a:lvl9pPr algn="ctr">
              <a:defRPr sz="1800" b="1">
                <a:solidFill>
                  <a:srgbClr val="FE5200"/>
                </a:solidFill>
                <a:latin typeface="Arial"/>
                <a:ea typeface="Arial"/>
                <a:cs typeface="Arial"/>
              </a:defRPr>
            </a:lvl9pPr>
          </a:lstStyle>
          <a:p>
            <a:pPr algn="ctr">
              <a:defRPr sz="1800" b="1">
                <a:solidFill>
                  <a:srgbClr val="FE5200"/>
                </a:solidFill>
                <a:latin typeface="Arial"/>
                <a:ea typeface="Arial"/>
                <a:cs typeface="Arial"/>
              </a:defRPr>
            </a:pPr>
            <a:r>
              <a:rPr sz="1800" b="1">
                <a:solidFill>
                  <a:srgbClr val="FE5200"/>
                </a:solidFill>
                <a:latin typeface="Arial"/>
                <a:ea typeface="Arial"/>
                <a:cs typeface="Arial"/>
              </a:rPr>
              <a:t>OUTPUT</a:t>
            </a:r>
          </a:p>
        </p:txBody>
      </p:sp>
      <p:sp>
        <p:nvSpPr>
          <p:cNvPr id="15" name="Rectangle 14">
            <a:extLst>
              <a:ext uri="{FF2B5EF4-FFF2-40B4-BE49-F238E27FC236}">
                <a16:creationId xmlns:a16="http://schemas.microsoft.com/office/drawing/2014/main" id="{F02318DF-9A14-429C-B468-91811F77807F}"/>
              </a:ext>
            </a:extLst>
          </p:cNvPr>
          <p:cNvSpPr>
            <a:spLocks noGrp="1"/>
          </p:cNvSpPr>
          <p:nvPr/>
        </p:nvSpPr>
        <p:spPr>
          <a:xfrm>
            <a:off x="9553575" y="2486025"/>
            <a:ext cx="2066925" cy="12001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What should the response look like?</a:t>
            </a:r>
          </a:p>
        </p:txBody>
      </p:sp>
      <p:sp>
        <p:nvSpPr>
          <p:cNvPr id="16" name="Rectangle: Rounded Corners 15">
            <a:extLst>
              <a:ext uri="{FF2B5EF4-FFF2-40B4-BE49-F238E27FC236}">
                <a16:creationId xmlns:a16="http://schemas.microsoft.com/office/drawing/2014/main" id="{588C8F46-5512-4A13-B131-514C67770681}"/>
              </a:ext>
            </a:extLst>
          </p:cNvPr>
          <p:cNvSpPr>
            <a:spLocks noGrp="1"/>
          </p:cNvSpPr>
          <p:nvPr/>
        </p:nvSpPr>
        <p:spPr>
          <a:xfrm>
            <a:off x="1143000" y="4381500"/>
            <a:ext cx="9906000" cy="1047750"/>
          </a:xfrm>
          <a:prstGeom prst="roundRect">
            <a:avLst>
              <a:gd name="adj" fmla="val 7273"/>
            </a:avLst>
          </a:prstGeom>
          <a:solidFill>
            <a:srgbClr val="003C72"/>
          </a:solidFill>
          <a:ln w="0">
            <a:solidFill>
              <a:srgbClr val="003C72"/>
            </a:solidFill>
            <a:prstDash val="solid"/>
          </a:ln>
        </p:spPr>
        <p:txBody>
          <a:bodyPr/>
          <a:lstStyle/>
          <a:p>
            <a:endParaRPr lang="en-US"/>
          </a:p>
        </p:txBody>
      </p:sp>
      <p:sp>
        <p:nvSpPr>
          <p:cNvPr id="17" name="Rectangle 16">
            <a:extLst>
              <a:ext uri="{FF2B5EF4-FFF2-40B4-BE49-F238E27FC236}">
                <a16:creationId xmlns:a16="http://schemas.microsoft.com/office/drawing/2014/main" id="{F4759176-9743-4030-B668-F5B14B28D9A3}"/>
              </a:ext>
            </a:extLst>
          </p:cNvPr>
          <p:cNvSpPr>
            <a:spLocks noGrp="1"/>
          </p:cNvSpPr>
          <p:nvPr/>
        </p:nvSpPr>
        <p:spPr>
          <a:xfrm>
            <a:off x="1524000" y="4572000"/>
            <a:ext cx="9144000" cy="666750"/>
          </a:xfrm>
          <a:prstGeom prst="rect">
            <a:avLst/>
          </a:prstGeom>
          <a:noFill/>
          <a:ln w="0">
            <a:noFill/>
            <a:prstDash val="solid"/>
          </a:ln>
        </p:spPr>
        <p:txBody>
          <a:bodyPr/>
          <a:lstStyle>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Help me [purpose]. Use [context]. Follow [constraints].</a:t>
            </a:r>
          </a:p>
          <a:p>
            <a:pPr algn="ctr">
              <a:defRPr sz="2025" b="1">
                <a:solidFill>
                  <a:srgbClr val="FFFFFF"/>
                </a:solidFill>
                <a:latin typeface="Arial"/>
                <a:ea typeface="Arial"/>
                <a:cs typeface="Arial"/>
              </a:defRPr>
            </a:pPr>
            <a:r>
              <a:rPr sz="2025" b="1">
                <a:solidFill>
                  <a:srgbClr val="FFFFFF"/>
                </a:solidFill>
                <a:latin typeface="Arial"/>
                <a:ea typeface="Arial"/>
                <a:cs typeface="Arial"/>
              </a:rPr>
              <a:t>Return [output].</a:t>
            </a:r>
          </a:p>
        </p:txBody>
      </p:sp>
    </p:spTree>
    <p:extLst>
      <p:ext uri="{BB962C8B-B14F-4D97-AF65-F5344CB8AC3E}">
        <p14:creationId xmlns:p14="http://schemas.microsoft.com/office/powerpoint/2010/main" val="52657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03556E0-F49E-48E5-8624-C2FE9FBFD05D}"/>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16F53A2-78CF-49B3-A42B-82D03B6EE29E}"/>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003C72"/>
                </a:solidFill>
                <a:latin typeface="Arial"/>
                <a:ea typeface="Arial"/>
                <a:cs typeface="Arial"/>
              </a:defRPr>
            </a:defPPr>
            <a:lvl1pPr>
              <a:defRPr sz="3150" b="1">
                <a:solidFill>
                  <a:srgbClr val="003C72"/>
                </a:solidFill>
                <a:latin typeface="Arial"/>
                <a:ea typeface="Arial"/>
                <a:cs typeface="Arial"/>
              </a:defRPr>
            </a:lvl1pPr>
            <a:lvl2pPr>
              <a:defRPr sz="3150" b="1">
                <a:solidFill>
                  <a:srgbClr val="003C72"/>
                </a:solidFill>
                <a:latin typeface="Arial"/>
                <a:ea typeface="Arial"/>
                <a:cs typeface="Arial"/>
              </a:defRPr>
            </a:lvl2pPr>
            <a:lvl3pPr>
              <a:defRPr sz="3150" b="1">
                <a:solidFill>
                  <a:srgbClr val="003C72"/>
                </a:solidFill>
                <a:latin typeface="Arial"/>
                <a:ea typeface="Arial"/>
                <a:cs typeface="Arial"/>
              </a:defRPr>
            </a:lvl3pPr>
            <a:lvl4pPr>
              <a:defRPr sz="3150" b="1">
                <a:solidFill>
                  <a:srgbClr val="003C72"/>
                </a:solidFill>
                <a:latin typeface="Arial"/>
                <a:ea typeface="Arial"/>
                <a:cs typeface="Arial"/>
              </a:defRPr>
            </a:lvl4pPr>
            <a:lvl5pPr>
              <a:defRPr sz="3150" b="1">
                <a:solidFill>
                  <a:srgbClr val="003C72"/>
                </a:solidFill>
                <a:latin typeface="Arial"/>
                <a:ea typeface="Arial"/>
                <a:cs typeface="Arial"/>
              </a:defRPr>
            </a:lvl5pPr>
            <a:lvl6pPr>
              <a:defRPr sz="3150" b="1">
                <a:solidFill>
                  <a:srgbClr val="003C72"/>
                </a:solidFill>
                <a:latin typeface="Arial"/>
                <a:ea typeface="Arial"/>
                <a:cs typeface="Arial"/>
              </a:defRPr>
            </a:lvl6pPr>
            <a:lvl7pPr>
              <a:defRPr sz="3150" b="1">
                <a:solidFill>
                  <a:srgbClr val="003C72"/>
                </a:solidFill>
                <a:latin typeface="Arial"/>
                <a:ea typeface="Arial"/>
                <a:cs typeface="Arial"/>
              </a:defRPr>
            </a:lvl7pPr>
            <a:lvl8pPr>
              <a:defRPr sz="3150" b="1">
                <a:solidFill>
                  <a:srgbClr val="003C72"/>
                </a:solidFill>
                <a:latin typeface="Arial"/>
                <a:ea typeface="Arial"/>
                <a:cs typeface="Arial"/>
              </a:defRPr>
            </a:lvl8pPr>
            <a:lvl9pPr>
              <a:defRPr sz="3150" b="1">
                <a:solidFill>
                  <a:srgbClr val="003C72"/>
                </a:solidFill>
                <a:latin typeface="Arial"/>
                <a:ea typeface="Arial"/>
                <a:cs typeface="Arial"/>
              </a:defRPr>
            </a:lvl9pPr>
          </a:lstStyle>
          <a:p>
            <a:pPr>
              <a:defRPr sz="3150" b="1">
                <a:solidFill>
                  <a:srgbClr val="003C72"/>
                </a:solidFill>
                <a:latin typeface="Arial"/>
                <a:ea typeface="Arial"/>
                <a:cs typeface="Arial"/>
              </a:defRPr>
            </a:pPr>
            <a:r>
              <a:rPr sz="3150" b="1">
                <a:solidFill>
                  <a:srgbClr val="003C72"/>
                </a:solidFill>
                <a:latin typeface="Arial"/>
                <a:ea typeface="Arial"/>
                <a:cs typeface="Arial"/>
              </a:rPr>
              <a:t>Same tool, better direction</a:t>
            </a:r>
          </a:p>
        </p:txBody>
      </p:sp>
      <p:sp>
        <p:nvSpPr>
          <p:cNvPr id="3" name="Rectangle 2">
            <a:extLst>
              <a:ext uri="{FF2B5EF4-FFF2-40B4-BE49-F238E27FC236}">
                <a16:creationId xmlns:a16="http://schemas.microsoft.com/office/drawing/2014/main" id="{FD58B441-FC67-4C13-8697-0802A5353F45}"/>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14F63279-A7AA-4DC6-9294-3618951B3ED1}"/>
              </a:ext>
            </a:extLst>
          </p:cNvPr>
          <p:cNvSpPr>
            <a:spLocks noGrp="1"/>
          </p:cNvSpPr>
          <p:nvPr/>
        </p:nvSpPr>
        <p:spPr>
          <a:xfrm>
            <a:off x="857250" y="1809750"/>
            <a:ext cx="4762500" cy="3143250"/>
          </a:xfrm>
          <a:prstGeom prst="roundRect">
            <a:avLst>
              <a:gd name="adj" fmla="val 2424"/>
            </a:avLst>
          </a:prstGeom>
          <a:solidFill>
            <a:srgbClr val="FFFFFF"/>
          </a:solidFill>
          <a:ln w="19050">
            <a:solidFill>
              <a:srgbClr val="D8E2EA"/>
            </a:solidFill>
            <a:prstDash val="solid"/>
          </a:ln>
        </p:spPr>
        <p:txBody>
          <a:bodyPr/>
          <a:lstStyle/>
          <a:p>
            <a:endParaRPr lang="en-US"/>
          </a:p>
        </p:txBody>
      </p:sp>
      <p:sp>
        <p:nvSpPr>
          <p:cNvPr id="5" name="Rectangle 4">
            <a:extLst>
              <a:ext uri="{FF2B5EF4-FFF2-40B4-BE49-F238E27FC236}">
                <a16:creationId xmlns:a16="http://schemas.microsoft.com/office/drawing/2014/main" id="{0F037CC8-4E99-4571-943E-0D28AB3D7AC5}"/>
              </a:ext>
            </a:extLst>
          </p:cNvPr>
          <p:cNvSpPr>
            <a:spLocks noGrp="1"/>
          </p:cNvSpPr>
          <p:nvPr/>
        </p:nvSpPr>
        <p:spPr>
          <a:xfrm>
            <a:off x="1085850" y="1981200"/>
            <a:ext cx="4305300" cy="457200"/>
          </a:xfrm>
          <a:prstGeom prst="rect">
            <a:avLst/>
          </a:prstGeom>
          <a:noFill/>
          <a:ln w="0">
            <a:noFill/>
            <a:prstDash val="solid"/>
          </a:ln>
        </p:spPr>
        <p:txBody>
          <a:bodyPr/>
          <a:lstStyle>
            <a:defPPr algn="ctr">
              <a:defRPr sz="1800" b="1">
                <a:solidFill>
                  <a:srgbClr val="12283A"/>
                </a:solidFill>
                <a:latin typeface="Arial"/>
                <a:ea typeface="Arial"/>
                <a:cs typeface="Arial"/>
              </a:defRPr>
            </a:defPPr>
            <a:lvl1pPr algn="ctr">
              <a:defRPr sz="1800" b="1">
                <a:solidFill>
                  <a:srgbClr val="12283A"/>
                </a:solidFill>
                <a:latin typeface="Arial"/>
                <a:ea typeface="Arial"/>
                <a:cs typeface="Arial"/>
              </a:defRPr>
            </a:lvl1pPr>
            <a:lvl2pPr algn="ctr">
              <a:defRPr sz="1800" b="1">
                <a:solidFill>
                  <a:srgbClr val="12283A"/>
                </a:solidFill>
                <a:latin typeface="Arial"/>
                <a:ea typeface="Arial"/>
                <a:cs typeface="Arial"/>
              </a:defRPr>
            </a:lvl2pPr>
            <a:lvl3pPr algn="ctr">
              <a:defRPr sz="1800" b="1">
                <a:solidFill>
                  <a:srgbClr val="12283A"/>
                </a:solidFill>
                <a:latin typeface="Arial"/>
                <a:ea typeface="Arial"/>
                <a:cs typeface="Arial"/>
              </a:defRPr>
            </a:lvl3pPr>
            <a:lvl4pPr algn="ctr">
              <a:defRPr sz="1800" b="1">
                <a:solidFill>
                  <a:srgbClr val="12283A"/>
                </a:solidFill>
                <a:latin typeface="Arial"/>
                <a:ea typeface="Arial"/>
                <a:cs typeface="Arial"/>
              </a:defRPr>
            </a:lvl4pPr>
            <a:lvl5pPr algn="ctr">
              <a:defRPr sz="1800" b="1">
                <a:solidFill>
                  <a:srgbClr val="12283A"/>
                </a:solidFill>
                <a:latin typeface="Arial"/>
                <a:ea typeface="Arial"/>
                <a:cs typeface="Arial"/>
              </a:defRPr>
            </a:lvl5pPr>
            <a:lvl6pPr algn="ctr">
              <a:defRPr sz="1800" b="1">
                <a:solidFill>
                  <a:srgbClr val="12283A"/>
                </a:solidFill>
                <a:latin typeface="Arial"/>
                <a:ea typeface="Arial"/>
                <a:cs typeface="Arial"/>
              </a:defRPr>
            </a:lvl6pPr>
            <a:lvl7pPr algn="ctr">
              <a:defRPr sz="1800" b="1">
                <a:solidFill>
                  <a:srgbClr val="12283A"/>
                </a:solidFill>
                <a:latin typeface="Arial"/>
                <a:ea typeface="Arial"/>
                <a:cs typeface="Arial"/>
              </a:defRPr>
            </a:lvl7pPr>
            <a:lvl8pPr algn="ctr">
              <a:defRPr sz="1800" b="1">
                <a:solidFill>
                  <a:srgbClr val="12283A"/>
                </a:solidFill>
                <a:latin typeface="Arial"/>
                <a:ea typeface="Arial"/>
                <a:cs typeface="Arial"/>
              </a:defRPr>
            </a:lvl8pPr>
            <a:lvl9pPr algn="ctr">
              <a:defRPr sz="1800" b="1">
                <a:solidFill>
                  <a:srgbClr val="12283A"/>
                </a:solidFill>
                <a:latin typeface="Arial"/>
                <a:ea typeface="Arial"/>
                <a:cs typeface="Arial"/>
              </a:defRPr>
            </a:lvl9pPr>
          </a:lstStyle>
          <a:p>
            <a:pPr algn="ctr">
              <a:defRPr sz="1800" b="1">
                <a:solidFill>
                  <a:srgbClr val="12283A"/>
                </a:solidFill>
                <a:latin typeface="Arial"/>
                <a:ea typeface="Arial"/>
                <a:cs typeface="Arial"/>
              </a:defRPr>
            </a:pPr>
            <a:r>
              <a:rPr sz="1800" b="1">
                <a:solidFill>
                  <a:srgbClr val="12283A"/>
                </a:solidFill>
                <a:latin typeface="Arial"/>
                <a:ea typeface="Arial"/>
                <a:cs typeface="Arial"/>
              </a:rPr>
              <a:t>VAGUE</a:t>
            </a:r>
          </a:p>
        </p:txBody>
      </p:sp>
      <p:sp>
        <p:nvSpPr>
          <p:cNvPr id="6" name="Rectangle 5">
            <a:extLst>
              <a:ext uri="{FF2B5EF4-FFF2-40B4-BE49-F238E27FC236}">
                <a16:creationId xmlns:a16="http://schemas.microsoft.com/office/drawing/2014/main" id="{E5217030-66AC-4EE9-B74C-979111818BB2}"/>
              </a:ext>
            </a:extLst>
          </p:cNvPr>
          <p:cNvSpPr>
            <a:spLocks noGrp="1"/>
          </p:cNvSpPr>
          <p:nvPr/>
        </p:nvSpPr>
        <p:spPr>
          <a:xfrm>
            <a:off x="1085850" y="2533650"/>
            <a:ext cx="4305300" cy="224790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“Write an email about registration.”</a:t>
            </a:r>
          </a:p>
        </p:txBody>
      </p:sp>
      <p:sp>
        <p:nvSpPr>
          <p:cNvPr id="7" name="Rectangle: Rounded Corners 6">
            <a:extLst>
              <a:ext uri="{FF2B5EF4-FFF2-40B4-BE49-F238E27FC236}">
                <a16:creationId xmlns:a16="http://schemas.microsoft.com/office/drawing/2014/main" id="{E5553A42-66B2-409D-A894-51D42025F704}"/>
              </a:ext>
            </a:extLst>
          </p:cNvPr>
          <p:cNvSpPr>
            <a:spLocks noGrp="1"/>
          </p:cNvSpPr>
          <p:nvPr/>
        </p:nvSpPr>
        <p:spPr>
          <a:xfrm>
            <a:off x="6572250" y="1809750"/>
            <a:ext cx="4762500" cy="3143250"/>
          </a:xfrm>
          <a:prstGeom prst="roundRect">
            <a:avLst>
              <a:gd name="adj" fmla="val 2424"/>
            </a:avLst>
          </a:prstGeom>
          <a:solidFill>
            <a:srgbClr val="EEF3F7"/>
          </a:solidFill>
          <a:ln w="19050">
            <a:solidFill>
              <a:srgbClr val="FE5200"/>
            </a:solidFill>
            <a:prstDash val="solid"/>
          </a:ln>
        </p:spPr>
        <p:txBody>
          <a:bodyPr/>
          <a:lstStyle/>
          <a:p>
            <a:endParaRPr lang="en-US"/>
          </a:p>
        </p:txBody>
      </p:sp>
      <p:sp>
        <p:nvSpPr>
          <p:cNvPr id="8" name="Rectangle 7">
            <a:extLst>
              <a:ext uri="{FF2B5EF4-FFF2-40B4-BE49-F238E27FC236}">
                <a16:creationId xmlns:a16="http://schemas.microsoft.com/office/drawing/2014/main" id="{D95BDAD1-23B7-4488-90D3-B99AFB7BF78B}"/>
              </a:ext>
            </a:extLst>
          </p:cNvPr>
          <p:cNvSpPr>
            <a:spLocks noGrp="1"/>
          </p:cNvSpPr>
          <p:nvPr/>
        </p:nvSpPr>
        <p:spPr>
          <a:xfrm>
            <a:off x="6800850" y="1981200"/>
            <a:ext cx="4305300" cy="457200"/>
          </a:xfrm>
          <a:prstGeom prst="rect">
            <a:avLst/>
          </a:prstGeom>
          <a:noFill/>
          <a:ln w="0">
            <a:noFill/>
            <a:prstDash val="solid"/>
          </a:ln>
        </p:spPr>
        <p:txBody>
          <a:bodyPr/>
          <a:lstStyle>
            <a:defPPr algn="l">
              <a:defRPr sz="1800" b="1">
                <a:solidFill>
                  <a:srgbClr val="FE5200"/>
                </a:solidFill>
                <a:latin typeface="Arial"/>
                <a:ea typeface="Arial"/>
                <a:cs typeface="Arial"/>
              </a:defRPr>
            </a:defPPr>
            <a:lvl1pPr algn="l">
              <a:defRPr sz="1800" b="1">
                <a:solidFill>
                  <a:srgbClr val="FE5200"/>
                </a:solidFill>
                <a:latin typeface="Arial"/>
                <a:ea typeface="Arial"/>
                <a:cs typeface="Arial"/>
              </a:defRPr>
            </a:lvl1pPr>
            <a:lvl2pPr algn="l">
              <a:defRPr sz="1800" b="1">
                <a:solidFill>
                  <a:srgbClr val="FE5200"/>
                </a:solidFill>
                <a:latin typeface="Arial"/>
                <a:ea typeface="Arial"/>
                <a:cs typeface="Arial"/>
              </a:defRPr>
            </a:lvl2pPr>
            <a:lvl3pPr algn="l">
              <a:defRPr sz="1800" b="1">
                <a:solidFill>
                  <a:srgbClr val="FE5200"/>
                </a:solidFill>
                <a:latin typeface="Arial"/>
                <a:ea typeface="Arial"/>
                <a:cs typeface="Arial"/>
              </a:defRPr>
            </a:lvl3pPr>
            <a:lvl4pPr algn="l">
              <a:defRPr sz="1800" b="1">
                <a:solidFill>
                  <a:srgbClr val="FE5200"/>
                </a:solidFill>
                <a:latin typeface="Arial"/>
                <a:ea typeface="Arial"/>
                <a:cs typeface="Arial"/>
              </a:defRPr>
            </a:lvl4pPr>
            <a:lvl5pPr algn="l">
              <a:defRPr sz="1800" b="1">
                <a:solidFill>
                  <a:srgbClr val="FE5200"/>
                </a:solidFill>
                <a:latin typeface="Arial"/>
                <a:ea typeface="Arial"/>
                <a:cs typeface="Arial"/>
              </a:defRPr>
            </a:lvl5pPr>
            <a:lvl6pPr algn="l">
              <a:defRPr sz="1800" b="1">
                <a:solidFill>
                  <a:srgbClr val="FE5200"/>
                </a:solidFill>
                <a:latin typeface="Arial"/>
                <a:ea typeface="Arial"/>
                <a:cs typeface="Arial"/>
              </a:defRPr>
            </a:lvl6pPr>
            <a:lvl7pPr algn="l">
              <a:defRPr sz="1800" b="1">
                <a:solidFill>
                  <a:srgbClr val="FE5200"/>
                </a:solidFill>
                <a:latin typeface="Arial"/>
                <a:ea typeface="Arial"/>
                <a:cs typeface="Arial"/>
              </a:defRPr>
            </a:lvl7pPr>
            <a:lvl8pPr algn="l">
              <a:defRPr sz="1800" b="1">
                <a:solidFill>
                  <a:srgbClr val="FE5200"/>
                </a:solidFill>
                <a:latin typeface="Arial"/>
                <a:ea typeface="Arial"/>
                <a:cs typeface="Arial"/>
              </a:defRPr>
            </a:lvl8pPr>
            <a:lvl9pPr algn="l">
              <a:defRPr sz="1800" b="1">
                <a:solidFill>
                  <a:srgbClr val="FE5200"/>
                </a:solidFill>
                <a:latin typeface="Arial"/>
                <a:ea typeface="Arial"/>
                <a:cs typeface="Arial"/>
              </a:defRPr>
            </a:lvl9pPr>
          </a:lstStyle>
          <a:p>
            <a:pPr algn="l">
              <a:defRPr sz="1800" b="1">
                <a:solidFill>
                  <a:srgbClr val="FE5200"/>
                </a:solidFill>
                <a:latin typeface="Arial"/>
                <a:ea typeface="Arial"/>
                <a:cs typeface="Arial"/>
              </a:defRPr>
            </a:pPr>
            <a:r>
              <a:rPr sz="1800" b="1">
                <a:solidFill>
                  <a:srgbClr val="FE5200"/>
                </a:solidFill>
                <a:latin typeface="Arial"/>
                <a:ea typeface="Arial"/>
                <a:cs typeface="Arial"/>
              </a:rPr>
              <a:t>USEFUL</a:t>
            </a:r>
          </a:p>
        </p:txBody>
      </p:sp>
      <p:sp>
        <p:nvSpPr>
          <p:cNvPr id="9" name="Rectangle 8">
            <a:extLst>
              <a:ext uri="{FF2B5EF4-FFF2-40B4-BE49-F238E27FC236}">
                <a16:creationId xmlns:a16="http://schemas.microsoft.com/office/drawing/2014/main" id="{168621AB-8E7A-46DA-A08C-DECAC93B8EAB}"/>
              </a:ext>
            </a:extLst>
          </p:cNvPr>
          <p:cNvSpPr>
            <a:spLocks noGrp="1"/>
          </p:cNvSpPr>
          <p:nvPr/>
        </p:nvSpPr>
        <p:spPr>
          <a:xfrm>
            <a:off x="6800850" y="2533650"/>
            <a:ext cx="4305300" cy="2247900"/>
          </a:xfrm>
          <a:prstGeom prst="rect">
            <a:avLst/>
          </a:prstGeom>
          <a:noFill/>
          <a:ln w="0">
            <a:noFill/>
            <a:prstDash val="solid"/>
          </a:ln>
        </p:spPr>
        <p:txBody>
          <a:bodyPr anchor="ctr"/>
          <a:lstStyle>
            <a:defPPr algn="l">
              <a:defRPr sz="1725">
                <a:solidFill>
                  <a:srgbClr val="003C72"/>
                </a:solidFill>
                <a:latin typeface="Arial"/>
                <a:ea typeface="Arial"/>
                <a:cs typeface="Arial"/>
              </a:defRPr>
            </a:defPPr>
            <a:lvl1pPr algn="l">
              <a:defRPr sz="1725">
                <a:solidFill>
                  <a:srgbClr val="003C72"/>
                </a:solidFill>
                <a:latin typeface="Arial"/>
                <a:ea typeface="Arial"/>
                <a:cs typeface="Arial"/>
              </a:defRPr>
            </a:lvl1pPr>
            <a:lvl2pPr algn="l">
              <a:defRPr sz="1725">
                <a:solidFill>
                  <a:srgbClr val="003C72"/>
                </a:solidFill>
                <a:latin typeface="Arial"/>
                <a:ea typeface="Arial"/>
                <a:cs typeface="Arial"/>
              </a:defRPr>
            </a:lvl2pPr>
            <a:lvl3pPr algn="l">
              <a:defRPr sz="1725">
                <a:solidFill>
                  <a:srgbClr val="003C72"/>
                </a:solidFill>
                <a:latin typeface="Arial"/>
                <a:ea typeface="Arial"/>
                <a:cs typeface="Arial"/>
              </a:defRPr>
            </a:lvl3pPr>
            <a:lvl4pPr algn="l">
              <a:defRPr sz="1725">
                <a:solidFill>
                  <a:srgbClr val="003C72"/>
                </a:solidFill>
                <a:latin typeface="Arial"/>
                <a:ea typeface="Arial"/>
                <a:cs typeface="Arial"/>
              </a:defRPr>
            </a:lvl4pPr>
            <a:lvl5pPr algn="l">
              <a:defRPr sz="1725">
                <a:solidFill>
                  <a:srgbClr val="003C72"/>
                </a:solidFill>
                <a:latin typeface="Arial"/>
                <a:ea typeface="Arial"/>
                <a:cs typeface="Arial"/>
              </a:defRPr>
            </a:lvl5pPr>
            <a:lvl6pPr algn="l">
              <a:defRPr sz="1725">
                <a:solidFill>
                  <a:srgbClr val="003C72"/>
                </a:solidFill>
                <a:latin typeface="Arial"/>
                <a:ea typeface="Arial"/>
                <a:cs typeface="Arial"/>
              </a:defRPr>
            </a:lvl6pPr>
            <a:lvl7pPr algn="l">
              <a:defRPr sz="1725">
                <a:solidFill>
                  <a:srgbClr val="003C72"/>
                </a:solidFill>
                <a:latin typeface="Arial"/>
                <a:ea typeface="Arial"/>
                <a:cs typeface="Arial"/>
              </a:defRPr>
            </a:lvl7pPr>
            <a:lvl8pPr algn="l">
              <a:defRPr sz="1725">
                <a:solidFill>
                  <a:srgbClr val="003C72"/>
                </a:solidFill>
                <a:latin typeface="Arial"/>
                <a:ea typeface="Arial"/>
                <a:cs typeface="Arial"/>
              </a:defRPr>
            </a:lvl8pPr>
            <a:lvl9pPr algn="l">
              <a:defRPr sz="1725">
                <a:solidFill>
                  <a:srgbClr val="003C72"/>
                </a:solidFill>
                <a:latin typeface="Arial"/>
                <a:ea typeface="Arial"/>
                <a:cs typeface="Arial"/>
              </a:defRPr>
            </a:lvl9pPr>
          </a:lstStyle>
          <a:p>
            <a:pPr algn="l">
              <a:defRPr sz="1725">
                <a:solidFill>
                  <a:srgbClr val="003C72"/>
                </a:solidFill>
                <a:latin typeface="Arial"/>
                <a:ea typeface="Arial"/>
                <a:cs typeface="Arial"/>
              </a:defRPr>
            </a:pPr>
            <a:r>
              <a:rPr sz="1725">
                <a:solidFill>
                  <a:srgbClr val="003C72"/>
                </a:solidFill>
                <a:latin typeface="Arial"/>
                <a:ea typeface="Arial"/>
                <a:cs typeface="Arial"/>
              </a:rPr>
              <a:t>Draft a warm 120-word reminder for returning students. Explain the next two steps. Use plain language and a helpful tone. End with one clear action.</a:t>
            </a:r>
          </a:p>
        </p:txBody>
      </p:sp>
      <p:sp>
        <p:nvSpPr>
          <p:cNvPr id="10" name="Rectangle 9">
            <a:extLst>
              <a:ext uri="{FF2B5EF4-FFF2-40B4-BE49-F238E27FC236}">
                <a16:creationId xmlns:a16="http://schemas.microsoft.com/office/drawing/2014/main" id="{A23F602D-0271-4262-948A-04925FED9015}"/>
              </a:ext>
            </a:extLst>
          </p:cNvPr>
          <p:cNvSpPr>
            <a:spLocks noGrp="1"/>
          </p:cNvSpPr>
          <p:nvPr/>
        </p:nvSpPr>
        <p:spPr>
          <a:xfrm>
            <a:off x="2857500" y="5334000"/>
            <a:ext cx="6477000" cy="400050"/>
          </a:xfrm>
          <a:prstGeom prst="rect">
            <a:avLst/>
          </a:prstGeom>
          <a:noFill/>
          <a:ln w="0">
            <a:noFill/>
            <a:prstDash val="solid"/>
          </a:ln>
        </p:spPr>
        <p:txBody>
          <a:bodyPr/>
          <a:lstStyle>
            <a:defPPr algn="ctr">
              <a:defRPr sz="1725" b="1">
                <a:solidFill>
                  <a:srgbClr val="003C72"/>
                </a:solidFill>
                <a:latin typeface="Arial"/>
                <a:ea typeface="Arial"/>
                <a:cs typeface="Arial"/>
              </a:defRPr>
            </a:defPPr>
            <a:lvl1pPr algn="ctr">
              <a:defRPr sz="1725" b="1">
                <a:solidFill>
                  <a:srgbClr val="003C72"/>
                </a:solidFill>
                <a:latin typeface="Arial"/>
                <a:ea typeface="Arial"/>
                <a:cs typeface="Arial"/>
              </a:defRPr>
            </a:lvl1pPr>
            <a:lvl2pPr algn="ctr">
              <a:defRPr sz="1725" b="1">
                <a:solidFill>
                  <a:srgbClr val="003C72"/>
                </a:solidFill>
                <a:latin typeface="Arial"/>
                <a:ea typeface="Arial"/>
                <a:cs typeface="Arial"/>
              </a:defRPr>
            </a:lvl2pPr>
            <a:lvl3pPr algn="ctr">
              <a:defRPr sz="1725" b="1">
                <a:solidFill>
                  <a:srgbClr val="003C72"/>
                </a:solidFill>
                <a:latin typeface="Arial"/>
                <a:ea typeface="Arial"/>
                <a:cs typeface="Arial"/>
              </a:defRPr>
            </a:lvl3pPr>
            <a:lvl4pPr algn="ctr">
              <a:defRPr sz="1725" b="1">
                <a:solidFill>
                  <a:srgbClr val="003C72"/>
                </a:solidFill>
                <a:latin typeface="Arial"/>
                <a:ea typeface="Arial"/>
                <a:cs typeface="Arial"/>
              </a:defRPr>
            </a:lvl4pPr>
            <a:lvl5pPr algn="ctr">
              <a:defRPr sz="1725" b="1">
                <a:solidFill>
                  <a:srgbClr val="003C72"/>
                </a:solidFill>
                <a:latin typeface="Arial"/>
                <a:ea typeface="Arial"/>
                <a:cs typeface="Arial"/>
              </a:defRPr>
            </a:lvl5pPr>
            <a:lvl6pPr algn="ctr">
              <a:defRPr sz="1725" b="1">
                <a:solidFill>
                  <a:srgbClr val="003C72"/>
                </a:solidFill>
                <a:latin typeface="Arial"/>
                <a:ea typeface="Arial"/>
                <a:cs typeface="Arial"/>
              </a:defRPr>
            </a:lvl6pPr>
            <a:lvl7pPr algn="ctr">
              <a:defRPr sz="1725" b="1">
                <a:solidFill>
                  <a:srgbClr val="003C72"/>
                </a:solidFill>
                <a:latin typeface="Arial"/>
                <a:ea typeface="Arial"/>
                <a:cs typeface="Arial"/>
              </a:defRPr>
            </a:lvl7pPr>
            <a:lvl8pPr algn="ctr">
              <a:defRPr sz="1725" b="1">
                <a:solidFill>
                  <a:srgbClr val="003C72"/>
                </a:solidFill>
                <a:latin typeface="Arial"/>
                <a:ea typeface="Arial"/>
                <a:cs typeface="Arial"/>
              </a:defRPr>
            </a:lvl8pPr>
            <a:lvl9pPr algn="ctr">
              <a:defRPr sz="1725" b="1">
                <a:solidFill>
                  <a:srgbClr val="003C72"/>
                </a:solidFill>
                <a:latin typeface="Arial"/>
                <a:ea typeface="Arial"/>
                <a:cs typeface="Arial"/>
              </a:defRPr>
            </a:lvl9pPr>
          </a:lstStyle>
          <a:p>
            <a:pPr algn="ctr">
              <a:defRPr sz="1725" b="1">
                <a:solidFill>
                  <a:srgbClr val="003C72"/>
                </a:solidFill>
                <a:latin typeface="Arial"/>
                <a:ea typeface="Arial"/>
                <a:cs typeface="Arial"/>
              </a:defRPr>
            </a:pPr>
            <a:r>
              <a:rPr sz="1725" b="1">
                <a:solidFill>
                  <a:srgbClr val="003C72"/>
                </a:solidFill>
                <a:latin typeface="Arial"/>
                <a:ea typeface="Arial"/>
                <a:cs typeface="Arial"/>
              </a:rPr>
              <a:t>Better input makes checking easier.</a:t>
            </a:r>
          </a:p>
        </p:txBody>
      </p:sp>
    </p:spTree>
    <p:extLst>
      <p:ext uri="{BB962C8B-B14F-4D97-AF65-F5344CB8AC3E}">
        <p14:creationId xmlns:p14="http://schemas.microsoft.com/office/powerpoint/2010/main" val="558740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664957-50CD-4881-973E-F03486069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101" name="Title 101"/>
          <p:cNvSpPr txBox="1"/>
          <p:nvPr/>
        </p:nvSpPr>
        <p:spPr>
          <a:xfrm>
            <a:off x="781050" y="590550"/>
            <a:ext cx="10620375" cy="685800"/>
          </a:xfrm>
          <a:prstGeom prst="rect">
            <a:avLst/>
          </a:prstGeom>
          <a:noFill/>
        </p:spPr>
        <p:txBody>
          <a:bodyPr wrap="square" anchor="ctr"/>
          <a:lstStyle/>
          <a:p>
            <a:pPr algn="l">
              <a:spcAft>
                <a:spcPts val="600"/>
              </a:spcAft>
              <a:buNone/>
            </a:pPr>
            <a:r>
              <a:rPr lang="en-US" sz="3150" b="1" dirty="0">
                <a:solidFill>
                  <a:srgbClr val="003C72"/>
                </a:solidFill>
                <a:latin typeface="Arial"/>
                <a:ea typeface="Arial"/>
                <a:cs typeface="Arial"/>
              </a:rPr>
              <a:t>Forty seconds of context</a:t>
            </a:r>
          </a:p>
        </p:txBody>
      </p:sp>
      <p:sp>
        <p:nvSpPr>
          <p:cNvPr id="102" name="Rule 102"/>
          <p:cNvSpPr/>
          <p:nvPr/>
        </p:nvSpPr>
        <p:spPr>
          <a:xfrm>
            <a:off x="781050" y="1371600"/>
            <a:ext cx="10620375" cy="38100"/>
          </a:xfrm>
          <a:prstGeom prst="rect">
            <a:avLst/>
          </a:prstGeom>
          <a:solidFill>
            <a:srgbClr val="FE5200"/>
          </a:solidFill>
          <a:ln>
            <a:noFill/>
          </a:ln>
        </p:spPr>
        <p:txBody>
          <a:bodyPr/>
          <a:lstStyle/>
          <a:p>
            <a:endParaRPr lang="en-US"/>
          </a:p>
        </p:txBody>
      </p:sp>
      <p:sp>
        <p:nvSpPr>
          <p:cNvPr id="103" name="Card 103"/>
          <p:cNvSpPr/>
          <p:nvPr/>
        </p:nvSpPr>
        <p:spPr>
          <a:xfrm>
            <a:off x="857250" y="1714500"/>
            <a:ext cx="4762500" cy="3429000"/>
          </a:xfrm>
          <a:prstGeom prst="roundRect">
            <a:avLst>
              <a:gd name="adj" fmla="val 2424"/>
            </a:avLst>
          </a:prstGeom>
          <a:solidFill>
            <a:srgbClr val="FFFFFF"/>
          </a:solidFill>
          <a:ln w="19050">
            <a:solidFill>
              <a:srgbClr val="D8E2EA"/>
            </a:solidFill>
          </a:ln>
        </p:spPr>
        <p:txBody>
          <a:bodyPr/>
          <a:lstStyle/>
          <a:p>
            <a:endParaRPr lang="en-US"/>
          </a:p>
        </p:txBody>
      </p:sp>
      <p:sp>
        <p:nvSpPr>
          <p:cNvPr id="104" name="Card Label 104"/>
          <p:cNvSpPr txBox="1"/>
          <p:nvPr/>
        </p:nvSpPr>
        <p:spPr>
          <a:xfrm>
            <a:off x="1085850" y="1885950"/>
            <a:ext cx="4305300" cy="457200"/>
          </a:xfrm>
          <a:prstGeom prst="rect">
            <a:avLst/>
          </a:prstGeom>
          <a:noFill/>
        </p:spPr>
        <p:txBody>
          <a:bodyPr wrap="square" anchor="ctr"/>
          <a:lstStyle/>
          <a:p>
            <a:pPr algn="ctr">
              <a:spcAft>
                <a:spcPts val="0"/>
              </a:spcAft>
              <a:buNone/>
            </a:pPr>
            <a:r>
              <a:rPr lang="en-US" sz="1800" b="1" dirty="0">
                <a:solidFill>
                  <a:srgbClr val="12283A"/>
                </a:solidFill>
                <a:latin typeface="Arial"/>
                <a:ea typeface="Arial"/>
                <a:cs typeface="Arial"/>
              </a:rPr>
              <a:t>WEAK</a:t>
            </a:r>
          </a:p>
        </p:txBody>
      </p:sp>
      <p:sp>
        <p:nvSpPr>
          <p:cNvPr id="105" name="Card Body 105"/>
          <p:cNvSpPr txBox="1"/>
          <p:nvPr/>
        </p:nvSpPr>
        <p:spPr>
          <a:xfrm>
            <a:off x="1085850" y="2419350"/>
            <a:ext cx="4305300" cy="2514600"/>
          </a:xfrm>
          <a:prstGeom prst="rect">
            <a:avLst/>
          </a:prstGeom>
          <a:noFill/>
        </p:spPr>
        <p:txBody>
          <a:bodyPr wrap="square" anchor="ctr"/>
          <a:lstStyle/>
          <a:p>
            <a:pPr algn="ctr">
              <a:spcAft>
                <a:spcPts val="0"/>
              </a:spcAft>
              <a:buNone/>
            </a:pPr>
            <a:r>
              <a:rPr lang="en-US" sz="1725" dirty="0">
                <a:solidFill>
                  <a:srgbClr val="003C72"/>
                </a:solidFill>
                <a:latin typeface="Arial"/>
                <a:ea typeface="Arial"/>
                <a:cs typeface="Arial"/>
              </a:rPr>
              <a:t>“Write an email about the new travel reimbursement process.”</a:t>
            </a:r>
          </a:p>
        </p:txBody>
      </p:sp>
      <p:sp>
        <p:nvSpPr>
          <p:cNvPr id="106" name="Card 106"/>
          <p:cNvSpPr/>
          <p:nvPr/>
        </p:nvSpPr>
        <p:spPr>
          <a:xfrm>
            <a:off x="6572250" y="1714500"/>
            <a:ext cx="4762500" cy="3429000"/>
          </a:xfrm>
          <a:prstGeom prst="roundRect">
            <a:avLst>
              <a:gd name="adj" fmla="val 2424"/>
            </a:avLst>
          </a:prstGeom>
          <a:solidFill>
            <a:srgbClr val="EEF3F7"/>
          </a:solidFill>
          <a:ln w="19050">
            <a:solidFill>
              <a:srgbClr val="FE5200"/>
            </a:solidFill>
          </a:ln>
        </p:spPr>
        <p:txBody>
          <a:bodyPr/>
          <a:lstStyle/>
          <a:p>
            <a:endParaRPr lang="en-US"/>
          </a:p>
        </p:txBody>
      </p:sp>
      <p:sp>
        <p:nvSpPr>
          <p:cNvPr id="107" name="Card Label 107"/>
          <p:cNvSpPr txBox="1"/>
          <p:nvPr/>
        </p:nvSpPr>
        <p:spPr>
          <a:xfrm>
            <a:off x="6800850" y="1885950"/>
            <a:ext cx="4305300" cy="457200"/>
          </a:xfrm>
          <a:prstGeom prst="rect">
            <a:avLst/>
          </a:prstGeom>
          <a:noFill/>
        </p:spPr>
        <p:txBody>
          <a:bodyPr wrap="square" anchor="ctr"/>
          <a:lstStyle/>
          <a:p>
            <a:pPr algn="l">
              <a:spcAft>
                <a:spcPts val="0"/>
              </a:spcAft>
              <a:buNone/>
            </a:pPr>
            <a:r>
              <a:rPr lang="en-US" sz="1800" b="1" dirty="0">
                <a:solidFill>
                  <a:srgbClr val="FE5200"/>
                </a:solidFill>
                <a:latin typeface="Arial"/>
                <a:ea typeface="Arial"/>
                <a:cs typeface="Arial"/>
              </a:rPr>
              <a:t>STRONG</a:t>
            </a:r>
          </a:p>
        </p:txBody>
      </p:sp>
      <p:sp>
        <p:nvSpPr>
          <p:cNvPr id="108" name="Card Body 108"/>
          <p:cNvSpPr txBox="1"/>
          <p:nvPr/>
        </p:nvSpPr>
        <p:spPr>
          <a:xfrm>
            <a:off x="6800850" y="2400300"/>
            <a:ext cx="4305300" cy="2628900"/>
          </a:xfrm>
          <a:prstGeom prst="rect">
            <a:avLst/>
          </a:prstGeom>
          <a:noFill/>
        </p:spPr>
        <p:txBody>
          <a:bodyPr wrap="square" anchor="t"/>
          <a:lstStyle/>
          <a:p>
            <a:pPr algn="l">
              <a:spcAft>
                <a:spcPts val="0"/>
              </a:spcAft>
              <a:buNone/>
            </a:pPr>
            <a:r>
              <a:rPr lang="en-US" sz="1600" dirty="0">
                <a:solidFill>
                  <a:srgbClr val="003C72"/>
                </a:solidFill>
                <a:latin typeface="Arial"/>
                <a:ea typeface="Arial"/>
                <a:cs typeface="Arial"/>
              </a:rPr>
              <a:t>“I am a department coordinator at a Texas community college. I need to email 40 faculty about a change to travel reimbursement: receipts now go through a portal instead of paper forms. This is the third process change this year and people are frustrated. Short, matter-of-fact, no corporate cheerfulness, with the three steps they have to do. Under 150 words.”</a:t>
            </a:r>
          </a:p>
        </p:txBody>
      </p:sp>
      <p:sp>
        <p:nvSpPr>
          <p:cNvPr id="109" name="Takeaway 109"/>
          <p:cNvSpPr txBox="1"/>
          <p:nvPr/>
        </p:nvSpPr>
        <p:spPr>
          <a:xfrm>
            <a:off x="1524000" y="5334000"/>
            <a:ext cx="9144000" cy="457200"/>
          </a:xfrm>
          <a:prstGeom prst="rect">
            <a:avLst/>
          </a:prstGeom>
          <a:noFill/>
        </p:spPr>
        <p:txBody>
          <a:bodyPr wrap="square" anchor="ctr"/>
          <a:lstStyle/>
          <a:p>
            <a:pPr algn="ctr">
              <a:spcAft>
                <a:spcPts val="0"/>
              </a:spcAft>
              <a:buNone/>
            </a:pPr>
            <a:r>
              <a:rPr lang="en-US" sz="1725" b="1" dirty="0">
                <a:solidFill>
                  <a:srgbClr val="003C72"/>
                </a:solidFill>
                <a:latin typeface="Arial"/>
                <a:ea typeface="Arial"/>
                <a:cs typeface="Arial"/>
              </a:rPr>
              <a:t>Name the audience’s mood. It changes the output more than almost anything.</a:t>
            </a:r>
          </a:p>
        </p:txBody>
      </p:sp>
    </p:spTree>
    <p:extLst>
      <p:ext uri="{BB962C8B-B14F-4D97-AF65-F5344CB8AC3E}">
        <p14:creationId xmlns:p14="http://schemas.microsoft.com/office/powerpoint/2010/main" val="637526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E664957-50CD-4881-973E-F03486069F9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101" name="Title 101"/>
          <p:cNvSpPr txBox="1"/>
          <p:nvPr/>
        </p:nvSpPr>
        <p:spPr>
          <a:xfrm>
            <a:off x="781050" y="590550"/>
            <a:ext cx="10620375" cy="685800"/>
          </a:xfrm>
          <a:prstGeom prst="rect">
            <a:avLst/>
          </a:prstGeom>
          <a:noFill/>
        </p:spPr>
        <p:txBody>
          <a:bodyPr wrap="square" anchor="ctr"/>
          <a:lstStyle/>
          <a:p>
            <a:pPr algn="l">
              <a:spcAft>
                <a:spcPts val="600"/>
              </a:spcAft>
              <a:buNone/>
            </a:pPr>
            <a:r>
              <a:rPr lang="en-US" sz="3150" b="1" dirty="0">
                <a:solidFill>
                  <a:srgbClr val="003C72"/>
                </a:solidFill>
                <a:latin typeface="Arial"/>
                <a:ea typeface="Arial"/>
                <a:cs typeface="Arial"/>
              </a:rPr>
              <a:t>Prompting do’s and don’ts</a:t>
            </a:r>
          </a:p>
        </p:txBody>
      </p:sp>
      <p:sp>
        <p:nvSpPr>
          <p:cNvPr id="102" name="Rule 102"/>
          <p:cNvSpPr/>
          <p:nvPr/>
        </p:nvSpPr>
        <p:spPr>
          <a:xfrm>
            <a:off x="781050" y="1371600"/>
            <a:ext cx="10620375" cy="38100"/>
          </a:xfrm>
          <a:prstGeom prst="rect">
            <a:avLst/>
          </a:prstGeom>
          <a:solidFill>
            <a:srgbClr val="FE5200"/>
          </a:solidFill>
          <a:ln>
            <a:noFill/>
          </a:ln>
        </p:spPr>
        <p:txBody>
          <a:bodyPr/>
          <a:lstStyle/>
          <a:p>
            <a:endParaRPr lang="en-US"/>
          </a:p>
        </p:txBody>
      </p:sp>
      <p:sp>
        <p:nvSpPr>
          <p:cNvPr id="103" name="Row Label 103"/>
          <p:cNvSpPr/>
          <p:nvPr/>
        </p:nvSpPr>
        <p:spPr>
          <a:xfrm>
            <a:off x="809625" y="1714500"/>
            <a:ext cx="1143000" cy="1447800"/>
          </a:xfrm>
          <a:prstGeom prst="roundRect">
            <a:avLst>
              <a:gd name="adj" fmla="val 8000"/>
            </a:avLst>
          </a:prstGeom>
          <a:solidFill>
            <a:srgbClr val="003C72"/>
          </a:solidFill>
          <a:ln>
            <a:noFill/>
          </a:ln>
        </p:spPr>
        <p:txBody>
          <a:bodyPr/>
          <a:lstStyle/>
          <a:p>
            <a:endParaRPr lang="en-US"/>
          </a:p>
        </p:txBody>
      </p:sp>
      <p:sp>
        <p:nvSpPr>
          <p:cNvPr id="104" name="Row Label Text 104"/>
          <p:cNvSpPr txBox="1"/>
          <p:nvPr/>
        </p:nvSpPr>
        <p:spPr>
          <a:xfrm>
            <a:off x="809625" y="1714500"/>
            <a:ext cx="1143000" cy="1447800"/>
          </a:xfrm>
          <a:prstGeom prst="rect">
            <a:avLst/>
          </a:prstGeom>
          <a:noFill/>
        </p:spPr>
        <p:txBody>
          <a:bodyPr wrap="square" anchor="ctr"/>
          <a:lstStyle/>
          <a:p>
            <a:pPr algn="ctr">
              <a:spcAft>
                <a:spcPts val="0"/>
              </a:spcAft>
              <a:buNone/>
            </a:pPr>
            <a:r>
              <a:rPr lang="en-US" sz="1800" b="1" dirty="0">
                <a:solidFill>
                  <a:srgbClr val="FFFFFF"/>
                </a:solidFill>
                <a:latin typeface="Arial"/>
                <a:ea typeface="Arial"/>
                <a:cs typeface="Arial"/>
              </a:rPr>
              <a:t>DO</a:t>
            </a:r>
          </a:p>
        </p:txBody>
      </p:sp>
      <p:sp>
        <p:nvSpPr>
          <p:cNvPr id="105" name="Card 105"/>
          <p:cNvSpPr/>
          <p:nvPr/>
        </p:nvSpPr>
        <p:spPr>
          <a:xfrm>
            <a:off x="2133600" y="1714500"/>
            <a:ext cx="2971800" cy="1447800"/>
          </a:xfrm>
          <a:prstGeom prst="roundRect">
            <a:avLst>
              <a:gd name="adj" fmla="val 4000"/>
            </a:avLst>
          </a:prstGeom>
          <a:solidFill>
            <a:srgbClr val="EEF3F7"/>
          </a:solidFill>
          <a:ln w="19050">
            <a:solidFill>
              <a:srgbClr val="003C72"/>
            </a:solidFill>
          </a:ln>
        </p:spPr>
        <p:txBody>
          <a:bodyPr/>
          <a:lstStyle/>
          <a:p>
            <a:endParaRPr lang="en-US"/>
          </a:p>
        </p:txBody>
      </p:sp>
      <p:sp>
        <p:nvSpPr>
          <p:cNvPr id="106" name="Card Head 106"/>
          <p:cNvSpPr txBox="1"/>
          <p:nvPr/>
        </p:nvSpPr>
        <p:spPr>
          <a:xfrm>
            <a:off x="2247900" y="1847850"/>
            <a:ext cx="2743200" cy="419100"/>
          </a:xfrm>
          <a:prstGeom prst="rect">
            <a:avLst/>
          </a:prstGeom>
          <a:noFill/>
        </p:spPr>
        <p:txBody>
          <a:bodyPr wrap="square" anchor="ctr"/>
          <a:lstStyle/>
          <a:p>
            <a:pPr algn="l">
              <a:spcAft>
                <a:spcPts val="0"/>
              </a:spcAft>
              <a:buNone/>
            </a:pPr>
            <a:r>
              <a:rPr lang="en-US" sz="1600" b="1" dirty="0">
                <a:solidFill>
                  <a:srgbClr val="003C72"/>
                </a:solidFill>
                <a:latin typeface="Arial"/>
                <a:ea typeface="Arial"/>
                <a:cs typeface="Arial"/>
              </a:rPr>
              <a:t>GIVE IT CONTEXT</a:t>
            </a:r>
          </a:p>
        </p:txBody>
      </p:sp>
      <p:sp>
        <p:nvSpPr>
          <p:cNvPr id="107" name="Card Body 107"/>
          <p:cNvSpPr txBox="1"/>
          <p:nvPr/>
        </p:nvSpPr>
        <p:spPr>
          <a:xfrm>
            <a:off x="2247900" y="2266950"/>
            <a:ext cx="2743200" cy="838200"/>
          </a:xfrm>
          <a:prstGeom prst="rect">
            <a:avLst/>
          </a:prstGeom>
          <a:noFill/>
        </p:spPr>
        <p:txBody>
          <a:bodyPr wrap="square" anchor="t"/>
          <a:lstStyle/>
          <a:p>
            <a:pPr algn="l">
              <a:spcAft>
                <a:spcPts val="0"/>
              </a:spcAft>
              <a:buNone/>
            </a:pPr>
            <a:r>
              <a:rPr lang="en-US" sz="1450" dirty="0">
                <a:solidFill>
                  <a:srgbClr val="003C72"/>
                </a:solidFill>
                <a:latin typeface="Arial"/>
                <a:ea typeface="Arial"/>
                <a:cs typeface="Arial"/>
              </a:rPr>
              <a:t>Who it is for, what has happened, and what it cannot know.</a:t>
            </a:r>
          </a:p>
        </p:txBody>
      </p:sp>
      <p:sp>
        <p:nvSpPr>
          <p:cNvPr id="108" name="Card 108"/>
          <p:cNvSpPr/>
          <p:nvPr/>
        </p:nvSpPr>
        <p:spPr>
          <a:xfrm>
            <a:off x="5295900" y="1714500"/>
            <a:ext cx="2971800" cy="1447800"/>
          </a:xfrm>
          <a:prstGeom prst="roundRect">
            <a:avLst>
              <a:gd name="adj" fmla="val 4000"/>
            </a:avLst>
          </a:prstGeom>
          <a:solidFill>
            <a:srgbClr val="EEF3F7"/>
          </a:solidFill>
          <a:ln w="19050">
            <a:solidFill>
              <a:srgbClr val="003C72"/>
            </a:solidFill>
          </a:ln>
        </p:spPr>
        <p:txBody>
          <a:bodyPr/>
          <a:lstStyle/>
          <a:p>
            <a:endParaRPr lang="en-US"/>
          </a:p>
        </p:txBody>
      </p:sp>
      <p:sp>
        <p:nvSpPr>
          <p:cNvPr id="109" name="Card Head 109"/>
          <p:cNvSpPr txBox="1"/>
          <p:nvPr/>
        </p:nvSpPr>
        <p:spPr>
          <a:xfrm>
            <a:off x="5410200" y="1847850"/>
            <a:ext cx="2743200" cy="419100"/>
          </a:xfrm>
          <a:prstGeom prst="rect">
            <a:avLst/>
          </a:prstGeom>
          <a:noFill/>
        </p:spPr>
        <p:txBody>
          <a:bodyPr wrap="square" anchor="ctr"/>
          <a:lstStyle/>
          <a:p>
            <a:pPr algn="l">
              <a:spcAft>
                <a:spcPts val="0"/>
              </a:spcAft>
              <a:buNone/>
            </a:pPr>
            <a:r>
              <a:rPr lang="en-US" sz="1600" b="1" dirty="0">
                <a:solidFill>
                  <a:srgbClr val="003C72"/>
                </a:solidFill>
                <a:latin typeface="Arial"/>
                <a:ea typeface="Arial"/>
                <a:cs typeface="Arial"/>
              </a:rPr>
              <a:t>SHOW ONE EXAMPLE</a:t>
            </a:r>
          </a:p>
        </p:txBody>
      </p:sp>
      <p:sp>
        <p:nvSpPr>
          <p:cNvPr id="110" name="Card Body 110"/>
          <p:cNvSpPr txBox="1"/>
          <p:nvPr/>
        </p:nvSpPr>
        <p:spPr>
          <a:xfrm>
            <a:off x="5410200" y="2266950"/>
            <a:ext cx="2743200" cy="838200"/>
          </a:xfrm>
          <a:prstGeom prst="rect">
            <a:avLst/>
          </a:prstGeom>
          <a:noFill/>
        </p:spPr>
        <p:txBody>
          <a:bodyPr wrap="square" anchor="t"/>
          <a:lstStyle/>
          <a:p>
            <a:pPr algn="l">
              <a:spcAft>
                <a:spcPts val="0"/>
              </a:spcAft>
              <a:buNone/>
            </a:pPr>
            <a:r>
              <a:rPr lang="en-US" sz="1450" dirty="0">
                <a:solidFill>
                  <a:srgbClr val="003C72"/>
                </a:solidFill>
                <a:latin typeface="Arial"/>
                <a:ea typeface="Arial"/>
                <a:cs typeface="Arial"/>
              </a:rPr>
              <a:t>One sample of your own voice beats a paragraph describing it.</a:t>
            </a:r>
          </a:p>
        </p:txBody>
      </p:sp>
      <p:sp>
        <p:nvSpPr>
          <p:cNvPr id="111" name="Card 111"/>
          <p:cNvSpPr/>
          <p:nvPr/>
        </p:nvSpPr>
        <p:spPr>
          <a:xfrm>
            <a:off x="8458200" y="1714500"/>
            <a:ext cx="2971800" cy="1447800"/>
          </a:xfrm>
          <a:prstGeom prst="roundRect">
            <a:avLst>
              <a:gd name="adj" fmla="val 4000"/>
            </a:avLst>
          </a:prstGeom>
          <a:solidFill>
            <a:srgbClr val="EEF3F7"/>
          </a:solidFill>
          <a:ln w="19050">
            <a:solidFill>
              <a:srgbClr val="003C72"/>
            </a:solidFill>
          </a:ln>
        </p:spPr>
        <p:txBody>
          <a:bodyPr/>
          <a:lstStyle/>
          <a:p>
            <a:endParaRPr lang="en-US"/>
          </a:p>
        </p:txBody>
      </p:sp>
      <p:sp>
        <p:nvSpPr>
          <p:cNvPr id="112" name="Card Head 112"/>
          <p:cNvSpPr txBox="1"/>
          <p:nvPr/>
        </p:nvSpPr>
        <p:spPr>
          <a:xfrm>
            <a:off x="8572500" y="1847850"/>
            <a:ext cx="2743200" cy="419100"/>
          </a:xfrm>
          <a:prstGeom prst="rect">
            <a:avLst/>
          </a:prstGeom>
          <a:noFill/>
        </p:spPr>
        <p:txBody>
          <a:bodyPr wrap="square" anchor="ctr"/>
          <a:lstStyle/>
          <a:p>
            <a:pPr algn="l">
              <a:spcAft>
                <a:spcPts val="0"/>
              </a:spcAft>
              <a:buNone/>
            </a:pPr>
            <a:r>
              <a:rPr lang="en-US" sz="1600" b="1" dirty="0">
                <a:solidFill>
                  <a:srgbClr val="003C72"/>
                </a:solidFill>
                <a:latin typeface="Arial"/>
                <a:ea typeface="Arial"/>
                <a:cs typeface="Arial"/>
              </a:rPr>
              <a:t>TALK BACK TO IT</a:t>
            </a:r>
          </a:p>
        </p:txBody>
      </p:sp>
      <p:sp>
        <p:nvSpPr>
          <p:cNvPr id="113" name="Card Body 113"/>
          <p:cNvSpPr txBox="1"/>
          <p:nvPr/>
        </p:nvSpPr>
        <p:spPr>
          <a:xfrm>
            <a:off x="8572500" y="2266950"/>
            <a:ext cx="2743200" cy="838200"/>
          </a:xfrm>
          <a:prstGeom prst="rect">
            <a:avLst/>
          </a:prstGeom>
          <a:noFill/>
        </p:spPr>
        <p:txBody>
          <a:bodyPr wrap="square" anchor="t"/>
          <a:lstStyle/>
          <a:p>
            <a:pPr algn="l">
              <a:spcAft>
                <a:spcPts val="0"/>
              </a:spcAft>
              <a:buNone/>
            </a:pPr>
            <a:r>
              <a:rPr lang="en-US" sz="1450" dirty="0">
                <a:solidFill>
                  <a:srgbClr val="003C72"/>
                </a:solidFill>
                <a:latin typeface="Arial"/>
                <a:ea typeface="Arial"/>
                <a:cs typeface="Arial"/>
              </a:rPr>
              <a:t>“Too formal. Remove the deadline you invented.”</a:t>
            </a:r>
          </a:p>
        </p:txBody>
      </p:sp>
      <p:sp>
        <p:nvSpPr>
          <p:cNvPr id="114" name="Row Label 114"/>
          <p:cNvSpPr/>
          <p:nvPr/>
        </p:nvSpPr>
        <p:spPr>
          <a:xfrm>
            <a:off x="809625" y="3352800"/>
            <a:ext cx="1143000" cy="1447800"/>
          </a:xfrm>
          <a:prstGeom prst="roundRect">
            <a:avLst>
              <a:gd name="adj" fmla="val 8000"/>
            </a:avLst>
          </a:prstGeom>
          <a:solidFill>
            <a:srgbClr val="FE5200"/>
          </a:solidFill>
          <a:ln>
            <a:noFill/>
          </a:ln>
        </p:spPr>
        <p:txBody>
          <a:bodyPr/>
          <a:lstStyle/>
          <a:p>
            <a:endParaRPr lang="en-US"/>
          </a:p>
        </p:txBody>
      </p:sp>
      <p:sp>
        <p:nvSpPr>
          <p:cNvPr id="115" name="Row Label Text 115"/>
          <p:cNvSpPr txBox="1"/>
          <p:nvPr/>
        </p:nvSpPr>
        <p:spPr>
          <a:xfrm>
            <a:off x="809625" y="3352800"/>
            <a:ext cx="1143000" cy="1447800"/>
          </a:xfrm>
          <a:prstGeom prst="rect">
            <a:avLst/>
          </a:prstGeom>
          <a:noFill/>
        </p:spPr>
        <p:txBody>
          <a:bodyPr wrap="square" anchor="ctr"/>
          <a:lstStyle/>
          <a:p>
            <a:pPr algn="ctr">
              <a:spcAft>
                <a:spcPts val="0"/>
              </a:spcAft>
              <a:buNone/>
            </a:pPr>
            <a:r>
              <a:rPr lang="en-US" sz="1800" b="1" dirty="0">
                <a:solidFill>
                  <a:srgbClr val="FFFFFF"/>
                </a:solidFill>
                <a:latin typeface="Arial"/>
                <a:ea typeface="Arial"/>
                <a:cs typeface="Arial"/>
              </a:rPr>
              <a:t>DON’T</a:t>
            </a:r>
          </a:p>
        </p:txBody>
      </p:sp>
      <p:sp>
        <p:nvSpPr>
          <p:cNvPr id="116" name="Card 116"/>
          <p:cNvSpPr/>
          <p:nvPr/>
        </p:nvSpPr>
        <p:spPr>
          <a:xfrm>
            <a:off x="2133600" y="3352800"/>
            <a:ext cx="2971800" cy="1447800"/>
          </a:xfrm>
          <a:prstGeom prst="roundRect">
            <a:avLst>
              <a:gd name="adj" fmla="val 4000"/>
            </a:avLst>
          </a:prstGeom>
          <a:solidFill>
            <a:srgbClr val="FFFFFF"/>
          </a:solidFill>
          <a:ln w="19050">
            <a:solidFill>
              <a:srgbClr val="FE5200"/>
            </a:solidFill>
          </a:ln>
        </p:spPr>
        <p:txBody>
          <a:bodyPr/>
          <a:lstStyle/>
          <a:p>
            <a:endParaRPr lang="en-US"/>
          </a:p>
        </p:txBody>
      </p:sp>
      <p:sp>
        <p:nvSpPr>
          <p:cNvPr id="117" name="Card Head 117"/>
          <p:cNvSpPr txBox="1"/>
          <p:nvPr/>
        </p:nvSpPr>
        <p:spPr>
          <a:xfrm>
            <a:off x="2247900" y="3486150"/>
            <a:ext cx="2743200" cy="419100"/>
          </a:xfrm>
          <a:prstGeom prst="rect">
            <a:avLst/>
          </a:prstGeom>
          <a:noFill/>
        </p:spPr>
        <p:txBody>
          <a:bodyPr wrap="square" anchor="ctr"/>
          <a:lstStyle/>
          <a:p>
            <a:pPr algn="l">
              <a:spcAft>
                <a:spcPts val="0"/>
              </a:spcAft>
              <a:buNone/>
            </a:pPr>
            <a:r>
              <a:rPr lang="en-US" sz="1600" b="1" dirty="0">
                <a:solidFill>
                  <a:srgbClr val="FE5200"/>
                </a:solidFill>
                <a:latin typeface="Arial"/>
                <a:ea typeface="Arial"/>
                <a:cs typeface="Arial"/>
              </a:rPr>
              <a:t>PLEAD FOR ACCURACY</a:t>
            </a:r>
          </a:p>
        </p:txBody>
      </p:sp>
      <p:sp>
        <p:nvSpPr>
          <p:cNvPr id="118" name="Card Body 118"/>
          <p:cNvSpPr txBox="1"/>
          <p:nvPr/>
        </p:nvSpPr>
        <p:spPr>
          <a:xfrm>
            <a:off x="2247900" y="3905250"/>
            <a:ext cx="2743200" cy="838200"/>
          </a:xfrm>
          <a:prstGeom prst="rect">
            <a:avLst/>
          </a:prstGeom>
          <a:noFill/>
        </p:spPr>
        <p:txBody>
          <a:bodyPr wrap="square" anchor="t"/>
          <a:lstStyle/>
          <a:p>
            <a:pPr algn="l">
              <a:spcAft>
                <a:spcPts val="0"/>
              </a:spcAft>
              <a:buNone/>
            </a:pPr>
            <a:r>
              <a:rPr lang="en-US" sz="1450" dirty="0">
                <a:solidFill>
                  <a:srgbClr val="003C72"/>
                </a:solidFill>
                <a:latin typeface="Arial"/>
                <a:ea typeface="Arial"/>
                <a:cs typeface="Arial"/>
              </a:rPr>
              <a:t>“Be accurate” changes the tone, not the truth. Give it the source.</a:t>
            </a:r>
          </a:p>
        </p:txBody>
      </p:sp>
      <p:sp>
        <p:nvSpPr>
          <p:cNvPr id="119" name="Card 119"/>
          <p:cNvSpPr/>
          <p:nvPr/>
        </p:nvSpPr>
        <p:spPr>
          <a:xfrm>
            <a:off x="5295900" y="3352800"/>
            <a:ext cx="2971800" cy="1447800"/>
          </a:xfrm>
          <a:prstGeom prst="roundRect">
            <a:avLst>
              <a:gd name="adj" fmla="val 4000"/>
            </a:avLst>
          </a:prstGeom>
          <a:solidFill>
            <a:srgbClr val="FFFFFF"/>
          </a:solidFill>
          <a:ln w="19050">
            <a:solidFill>
              <a:srgbClr val="FE5200"/>
            </a:solidFill>
          </a:ln>
        </p:spPr>
        <p:txBody>
          <a:bodyPr/>
          <a:lstStyle/>
          <a:p>
            <a:endParaRPr lang="en-US"/>
          </a:p>
        </p:txBody>
      </p:sp>
      <p:sp>
        <p:nvSpPr>
          <p:cNvPr id="120" name="Card Head 120"/>
          <p:cNvSpPr txBox="1"/>
          <p:nvPr/>
        </p:nvSpPr>
        <p:spPr>
          <a:xfrm>
            <a:off x="5410200" y="3486150"/>
            <a:ext cx="2743200" cy="419100"/>
          </a:xfrm>
          <a:prstGeom prst="rect">
            <a:avLst/>
          </a:prstGeom>
          <a:noFill/>
        </p:spPr>
        <p:txBody>
          <a:bodyPr wrap="square" anchor="ctr"/>
          <a:lstStyle/>
          <a:p>
            <a:pPr algn="l">
              <a:spcAft>
                <a:spcPts val="0"/>
              </a:spcAft>
              <a:buNone/>
            </a:pPr>
            <a:r>
              <a:rPr lang="en-US" sz="1600" b="1" dirty="0">
                <a:solidFill>
                  <a:srgbClr val="FE5200"/>
                </a:solidFill>
                <a:latin typeface="Arial"/>
                <a:ea typeface="Arial"/>
                <a:cs typeface="Arial"/>
              </a:rPr>
              <a:t>PASTE PERSONAL DATA</a:t>
            </a:r>
          </a:p>
        </p:txBody>
      </p:sp>
      <p:sp>
        <p:nvSpPr>
          <p:cNvPr id="121" name="Card Body 121"/>
          <p:cNvSpPr txBox="1"/>
          <p:nvPr/>
        </p:nvSpPr>
        <p:spPr>
          <a:xfrm>
            <a:off x="5410200" y="3905250"/>
            <a:ext cx="2743200" cy="838200"/>
          </a:xfrm>
          <a:prstGeom prst="rect">
            <a:avLst/>
          </a:prstGeom>
          <a:noFill/>
        </p:spPr>
        <p:txBody>
          <a:bodyPr wrap="square" anchor="t"/>
          <a:lstStyle/>
          <a:p>
            <a:pPr algn="l">
              <a:spcAft>
                <a:spcPts val="0"/>
              </a:spcAft>
              <a:buNone/>
            </a:pPr>
            <a:r>
              <a:rPr lang="en-US" sz="1450" dirty="0">
                <a:solidFill>
                  <a:srgbClr val="003C72"/>
                </a:solidFill>
                <a:latin typeface="Arial"/>
                <a:ea typeface="Arial"/>
                <a:cs typeface="Arial"/>
              </a:rPr>
              <a:t>Names, IDs, records, and aid data stay out. De-identify first.</a:t>
            </a:r>
          </a:p>
        </p:txBody>
      </p:sp>
      <p:sp>
        <p:nvSpPr>
          <p:cNvPr id="122" name="Card 122"/>
          <p:cNvSpPr/>
          <p:nvPr/>
        </p:nvSpPr>
        <p:spPr>
          <a:xfrm>
            <a:off x="8458200" y="3352800"/>
            <a:ext cx="2971800" cy="1447800"/>
          </a:xfrm>
          <a:prstGeom prst="roundRect">
            <a:avLst>
              <a:gd name="adj" fmla="val 4000"/>
            </a:avLst>
          </a:prstGeom>
          <a:solidFill>
            <a:srgbClr val="FFFFFF"/>
          </a:solidFill>
          <a:ln w="19050">
            <a:solidFill>
              <a:srgbClr val="FE5200"/>
            </a:solidFill>
          </a:ln>
        </p:spPr>
        <p:txBody>
          <a:bodyPr/>
          <a:lstStyle/>
          <a:p>
            <a:endParaRPr lang="en-US"/>
          </a:p>
        </p:txBody>
      </p:sp>
      <p:sp>
        <p:nvSpPr>
          <p:cNvPr id="123" name="Card Head 123"/>
          <p:cNvSpPr txBox="1"/>
          <p:nvPr/>
        </p:nvSpPr>
        <p:spPr>
          <a:xfrm>
            <a:off x="8572500" y="3486150"/>
            <a:ext cx="2743200" cy="419100"/>
          </a:xfrm>
          <a:prstGeom prst="rect">
            <a:avLst/>
          </a:prstGeom>
          <a:noFill/>
        </p:spPr>
        <p:txBody>
          <a:bodyPr wrap="square" anchor="ctr"/>
          <a:lstStyle/>
          <a:p>
            <a:pPr algn="l">
              <a:spcAft>
                <a:spcPts val="0"/>
              </a:spcAft>
              <a:buNone/>
            </a:pPr>
            <a:r>
              <a:rPr lang="en-US" sz="1600" b="1" dirty="0">
                <a:solidFill>
                  <a:srgbClr val="FE5200"/>
                </a:solidFill>
                <a:latin typeface="Arial"/>
                <a:ea typeface="Arial"/>
                <a:cs typeface="Arial"/>
              </a:rPr>
              <a:t>FORCE A BAD FIT</a:t>
            </a:r>
          </a:p>
        </p:txBody>
      </p:sp>
      <p:sp>
        <p:nvSpPr>
          <p:cNvPr id="124" name="Card Body 124"/>
          <p:cNvSpPr txBox="1"/>
          <p:nvPr/>
        </p:nvSpPr>
        <p:spPr>
          <a:xfrm>
            <a:off x="8572500" y="3905250"/>
            <a:ext cx="2743200" cy="838200"/>
          </a:xfrm>
          <a:prstGeom prst="rect">
            <a:avLst/>
          </a:prstGeom>
          <a:noFill/>
        </p:spPr>
        <p:txBody>
          <a:bodyPr wrap="square" anchor="t"/>
          <a:lstStyle/>
          <a:p>
            <a:pPr algn="l">
              <a:spcAft>
                <a:spcPts val="0"/>
              </a:spcAft>
              <a:buNone/>
            </a:pPr>
            <a:r>
              <a:rPr lang="en-US" sz="1450" dirty="0">
                <a:solidFill>
                  <a:srgbClr val="003C72"/>
                </a:solidFill>
                <a:latin typeface="Arial"/>
                <a:ea typeface="Arial"/>
                <a:cs typeface="Arial"/>
              </a:rPr>
              <a:t>If checking takes longer than doing it, or the judgment is the job, stop.</a:t>
            </a:r>
          </a:p>
        </p:txBody>
      </p:sp>
      <p:sp>
        <p:nvSpPr>
          <p:cNvPr id="125" name="Bar 125"/>
          <p:cNvSpPr/>
          <p:nvPr/>
        </p:nvSpPr>
        <p:spPr>
          <a:xfrm>
            <a:off x="2000250" y="5105400"/>
            <a:ext cx="8191500" cy="609600"/>
          </a:xfrm>
          <a:prstGeom prst="roundRect">
            <a:avLst>
              <a:gd name="adj" fmla="val 16667"/>
            </a:avLst>
          </a:prstGeom>
          <a:solidFill>
            <a:srgbClr val="003C72"/>
          </a:solidFill>
          <a:ln>
            <a:noFill/>
          </a:ln>
        </p:spPr>
        <p:txBody>
          <a:bodyPr/>
          <a:lstStyle/>
          <a:p>
            <a:endParaRPr lang="en-US"/>
          </a:p>
        </p:txBody>
      </p:sp>
      <p:sp>
        <p:nvSpPr>
          <p:cNvPr id="126" name="Bar Text 126"/>
          <p:cNvSpPr txBox="1"/>
          <p:nvPr/>
        </p:nvSpPr>
        <p:spPr>
          <a:xfrm>
            <a:off x="2238375" y="5143500"/>
            <a:ext cx="7715250" cy="533400"/>
          </a:xfrm>
          <a:prstGeom prst="rect">
            <a:avLst/>
          </a:prstGeom>
          <a:noFill/>
        </p:spPr>
        <p:txBody>
          <a:bodyPr wrap="square" anchor="ctr"/>
          <a:lstStyle/>
          <a:p>
            <a:pPr algn="ctr">
              <a:spcAft>
                <a:spcPts val="0"/>
              </a:spcAft>
              <a:buNone/>
            </a:pPr>
            <a:r>
              <a:rPr lang="en-US" sz="1900" b="1" dirty="0">
                <a:solidFill>
                  <a:srgbClr val="FFFFFF"/>
                </a:solidFill>
                <a:latin typeface="Arial"/>
                <a:ea typeface="Arial"/>
                <a:cs typeface="Arial"/>
              </a:rPr>
              <a:t>Give it the document. Then check the output.</a:t>
            </a:r>
          </a:p>
        </p:txBody>
      </p:sp>
    </p:spTree>
    <p:extLst>
      <p:ext uri="{BB962C8B-B14F-4D97-AF65-F5344CB8AC3E}">
        <p14:creationId xmlns:p14="http://schemas.microsoft.com/office/powerpoint/2010/main" val="63752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2F59602-2279-4821-9D22-126A11A6A330}"/>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2230ADE-FC96-4848-AA27-FC9BCA85BC1A}"/>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a:pPr>
              <a:defRPr sz="3150" b="1">
                <a:solidFill>
                  <a:srgbClr val="FFFFFF"/>
                </a:solidFill>
                <a:latin typeface="Arial"/>
                <a:ea typeface="Arial"/>
                <a:cs typeface="Arial"/>
              </a:defRPr>
            </a:pPr>
            <a:r>
              <a:rPr sz="3150" b="1">
                <a:solidFill>
                  <a:srgbClr val="FFFFFF"/>
                </a:solidFill>
                <a:latin typeface="Arial"/>
                <a:ea typeface="Arial"/>
                <a:cs typeface="Arial"/>
              </a:rPr>
              <a:t>Faculty workflow</a:t>
            </a:r>
          </a:p>
        </p:txBody>
      </p:sp>
      <p:sp>
        <p:nvSpPr>
          <p:cNvPr id="3" name="Rectangle 2">
            <a:extLst>
              <a:ext uri="{FF2B5EF4-FFF2-40B4-BE49-F238E27FC236}">
                <a16:creationId xmlns:a16="http://schemas.microsoft.com/office/drawing/2014/main" id="{CE2A442F-7139-4C83-82EB-E1894E2D7C49}"/>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0D136635-D28F-48CA-AFB4-BEC2655DB0BA}"/>
              </a:ext>
            </a:extLst>
          </p:cNvPr>
          <p:cNvSpPr>
            <a:spLocks noGrp="1"/>
          </p:cNvSpPr>
          <p:nvPr/>
        </p:nvSpPr>
        <p:spPr>
          <a:xfrm>
            <a:off x="857250" y="1952625"/>
            <a:ext cx="3333750" cy="2857500"/>
          </a:xfrm>
          <a:prstGeom prst="roundRect">
            <a:avLst>
              <a:gd name="adj" fmla="val 2667"/>
            </a:avLst>
          </a:prstGeom>
          <a:solidFill>
            <a:srgbClr val="FFFFFF"/>
          </a:solidFill>
          <a:ln w="19050">
            <a:solidFill>
              <a:srgbClr val="FFFFFF"/>
            </a:solidFill>
            <a:prstDash val="solid"/>
          </a:ln>
        </p:spPr>
        <p:txBody>
          <a:bodyPr/>
          <a:lstStyle/>
          <a:p>
            <a:endParaRPr lang="en-US"/>
          </a:p>
        </p:txBody>
      </p:sp>
      <p:sp>
        <p:nvSpPr>
          <p:cNvPr id="5" name="Rectangle 4">
            <a:extLst>
              <a:ext uri="{FF2B5EF4-FFF2-40B4-BE49-F238E27FC236}">
                <a16:creationId xmlns:a16="http://schemas.microsoft.com/office/drawing/2014/main" id="{A4105338-0435-4399-8139-933DD58B07B8}"/>
              </a:ext>
            </a:extLst>
          </p:cNvPr>
          <p:cNvSpPr>
            <a:spLocks noGrp="1"/>
          </p:cNvSpPr>
          <p:nvPr/>
        </p:nvSpPr>
        <p:spPr>
          <a:xfrm>
            <a:off x="1095375" y="2143125"/>
            <a:ext cx="495300" cy="495300"/>
          </a:xfrm>
          <a:prstGeom prst="rect">
            <a:avLst/>
          </a:prstGeom>
          <a:noFill/>
          <a:ln w="0">
            <a:noFill/>
            <a:prstDash val="solid"/>
          </a:ln>
        </p:spPr>
        <p:txBody>
          <a:bodyPr/>
          <a:lstStyle>
            <a:defPPr algn="ctr">
              <a:defRPr sz="1875" b="1">
                <a:solidFill>
                  <a:srgbClr val="FE5200"/>
                </a:solidFill>
                <a:latin typeface="Arial"/>
                <a:ea typeface="Arial"/>
                <a:cs typeface="Arial"/>
              </a:defRPr>
            </a:defPPr>
            <a:lvl1pPr algn="ctr">
              <a:defRPr sz="1875" b="1">
                <a:solidFill>
                  <a:srgbClr val="FE5200"/>
                </a:solidFill>
                <a:latin typeface="Arial"/>
                <a:ea typeface="Arial"/>
                <a:cs typeface="Arial"/>
              </a:defRPr>
            </a:lvl1pPr>
            <a:lvl2pPr algn="ctr">
              <a:defRPr sz="1875" b="1">
                <a:solidFill>
                  <a:srgbClr val="FE5200"/>
                </a:solidFill>
                <a:latin typeface="Arial"/>
                <a:ea typeface="Arial"/>
                <a:cs typeface="Arial"/>
              </a:defRPr>
            </a:lvl2pPr>
            <a:lvl3pPr algn="ctr">
              <a:defRPr sz="1875" b="1">
                <a:solidFill>
                  <a:srgbClr val="FE5200"/>
                </a:solidFill>
                <a:latin typeface="Arial"/>
                <a:ea typeface="Arial"/>
                <a:cs typeface="Arial"/>
              </a:defRPr>
            </a:lvl3pPr>
            <a:lvl4pPr algn="ctr">
              <a:defRPr sz="1875" b="1">
                <a:solidFill>
                  <a:srgbClr val="FE5200"/>
                </a:solidFill>
                <a:latin typeface="Arial"/>
                <a:ea typeface="Arial"/>
                <a:cs typeface="Arial"/>
              </a:defRPr>
            </a:lvl4pPr>
            <a:lvl5pPr algn="ctr">
              <a:defRPr sz="1875" b="1">
                <a:solidFill>
                  <a:srgbClr val="FE5200"/>
                </a:solidFill>
                <a:latin typeface="Arial"/>
                <a:ea typeface="Arial"/>
                <a:cs typeface="Arial"/>
              </a:defRPr>
            </a:lvl5pPr>
            <a:lvl6pPr algn="ctr">
              <a:defRPr sz="1875" b="1">
                <a:solidFill>
                  <a:srgbClr val="FE5200"/>
                </a:solidFill>
                <a:latin typeface="Arial"/>
                <a:ea typeface="Arial"/>
                <a:cs typeface="Arial"/>
              </a:defRPr>
            </a:lvl6pPr>
            <a:lvl7pPr algn="ctr">
              <a:defRPr sz="1875" b="1">
                <a:solidFill>
                  <a:srgbClr val="FE5200"/>
                </a:solidFill>
                <a:latin typeface="Arial"/>
                <a:ea typeface="Arial"/>
                <a:cs typeface="Arial"/>
              </a:defRPr>
            </a:lvl7pPr>
            <a:lvl8pPr algn="ctr">
              <a:defRPr sz="1875" b="1">
                <a:solidFill>
                  <a:srgbClr val="FE5200"/>
                </a:solidFill>
                <a:latin typeface="Arial"/>
                <a:ea typeface="Arial"/>
                <a:cs typeface="Arial"/>
              </a:defRPr>
            </a:lvl8pPr>
            <a:lvl9pPr algn="ctr">
              <a:defRPr sz="1875" b="1">
                <a:solidFill>
                  <a:srgbClr val="FE5200"/>
                </a:solidFill>
                <a:latin typeface="Arial"/>
                <a:ea typeface="Arial"/>
                <a:cs typeface="Arial"/>
              </a:defRPr>
            </a:lvl9pPr>
          </a:lstStyle>
          <a:p>
            <a:pPr algn="ctr">
              <a:defRPr sz="1875" b="1">
                <a:solidFill>
                  <a:srgbClr val="FE5200"/>
                </a:solidFill>
                <a:latin typeface="Arial"/>
                <a:ea typeface="Arial"/>
                <a:cs typeface="Arial"/>
              </a:defRPr>
            </a:pPr>
            <a:r>
              <a:rPr sz="1875" b="1">
                <a:solidFill>
                  <a:srgbClr val="FE5200"/>
                </a:solidFill>
                <a:latin typeface="Arial"/>
                <a:ea typeface="Arial"/>
                <a:cs typeface="Arial"/>
              </a:rPr>
              <a:t>1</a:t>
            </a:r>
          </a:p>
        </p:txBody>
      </p:sp>
      <p:sp>
        <p:nvSpPr>
          <p:cNvPr id="6" name="Rectangle 5">
            <a:extLst>
              <a:ext uri="{FF2B5EF4-FFF2-40B4-BE49-F238E27FC236}">
                <a16:creationId xmlns:a16="http://schemas.microsoft.com/office/drawing/2014/main" id="{11026A3A-99DA-42FC-B24F-858C9BFA8D45}"/>
              </a:ext>
            </a:extLst>
          </p:cNvPr>
          <p:cNvSpPr>
            <a:spLocks noGrp="1"/>
          </p:cNvSpPr>
          <p:nvPr/>
        </p:nvSpPr>
        <p:spPr>
          <a:xfrm>
            <a:off x="1143000" y="2781300"/>
            <a:ext cx="2762250" cy="428625"/>
          </a:xfrm>
          <a:prstGeom prst="rect">
            <a:avLst/>
          </a:prstGeom>
          <a:noFill/>
          <a:ln w="0">
            <a:noFill/>
            <a:prstDash val="solid"/>
          </a:ln>
        </p:spPr>
        <p:txBody>
          <a:bodyPr/>
          <a:lstStyle>
            <a:defPPr algn="ctr">
              <a:defRPr sz="1725" b="1">
                <a:solidFill>
                  <a:srgbClr val="003C72"/>
                </a:solidFill>
                <a:latin typeface="Arial"/>
                <a:ea typeface="Arial"/>
                <a:cs typeface="Arial"/>
              </a:defRPr>
            </a:defPPr>
            <a:lvl1pPr algn="ctr">
              <a:defRPr sz="1725" b="1">
                <a:solidFill>
                  <a:srgbClr val="003C72"/>
                </a:solidFill>
                <a:latin typeface="Arial"/>
                <a:ea typeface="Arial"/>
                <a:cs typeface="Arial"/>
              </a:defRPr>
            </a:lvl1pPr>
            <a:lvl2pPr algn="ctr">
              <a:defRPr sz="1725" b="1">
                <a:solidFill>
                  <a:srgbClr val="003C72"/>
                </a:solidFill>
                <a:latin typeface="Arial"/>
                <a:ea typeface="Arial"/>
                <a:cs typeface="Arial"/>
              </a:defRPr>
            </a:lvl2pPr>
            <a:lvl3pPr algn="ctr">
              <a:defRPr sz="1725" b="1">
                <a:solidFill>
                  <a:srgbClr val="003C72"/>
                </a:solidFill>
                <a:latin typeface="Arial"/>
                <a:ea typeface="Arial"/>
                <a:cs typeface="Arial"/>
              </a:defRPr>
            </a:lvl3pPr>
            <a:lvl4pPr algn="ctr">
              <a:defRPr sz="1725" b="1">
                <a:solidFill>
                  <a:srgbClr val="003C72"/>
                </a:solidFill>
                <a:latin typeface="Arial"/>
                <a:ea typeface="Arial"/>
                <a:cs typeface="Arial"/>
              </a:defRPr>
            </a:lvl4pPr>
            <a:lvl5pPr algn="ctr">
              <a:defRPr sz="1725" b="1">
                <a:solidFill>
                  <a:srgbClr val="003C72"/>
                </a:solidFill>
                <a:latin typeface="Arial"/>
                <a:ea typeface="Arial"/>
                <a:cs typeface="Arial"/>
              </a:defRPr>
            </a:lvl5pPr>
            <a:lvl6pPr algn="ctr">
              <a:defRPr sz="1725" b="1">
                <a:solidFill>
                  <a:srgbClr val="003C72"/>
                </a:solidFill>
                <a:latin typeface="Arial"/>
                <a:ea typeface="Arial"/>
                <a:cs typeface="Arial"/>
              </a:defRPr>
            </a:lvl6pPr>
            <a:lvl7pPr algn="ctr">
              <a:defRPr sz="1725" b="1">
                <a:solidFill>
                  <a:srgbClr val="003C72"/>
                </a:solidFill>
                <a:latin typeface="Arial"/>
                <a:ea typeface="Arial"/>
                <a:cs typeface="Arial"/>
              </a:defRPr>
            </a:lvl7pPr>
            <a:lvl8pPr algn="ctr">
              <a:defRPr sz="1725" b="1">
                <a:solidFill>
                  <a:srgbClr val="003C72"/>
                </a:solidFill>
                <a:latin typeface="Arial"/>
                <a:ea typeface="Arial"/>
                <a:cs typeface="Arial"/>
              </a:defRPr>
            </a:lvl8pPr>
            <a:lvl9pPr algn="ctr">
              <a:defRPr sz="1725" b="1">
                <a:solidFill>
                  <a:srgbClr val="003C72"/>
                </a:solidFill>
                <a:latin typeface="Arial"/>
                <a:ea typeface="Arial"/>
                <a:cs typeface="Arial"/>
              </a:defRPr>
            </a:lvl9pPr>
          </a:lstStyle>
          <a:p>
            <a:pPr algn="ctr">
              <a:defRPr sz="1725" b="1">
                <a:solidFill>
                  <a:srgbClr val="003C72"/>
                </a:solidFill>
                <a:latin typeface="Arial"/>
                <a:ea typeface="Arial"/>
                <a:cs typeface="Arial"/>
              </a:defRPr>
            </a:pPr>
            <a:r>
              <a:rPr sz="1725" b="1">
                <a:solidFill>
                  <a:srgbClr val="003C72"/>
                </a:solidFill>
                <a:latin typeface="Arial"/>
                <a:ea typeface="Arial"/>
                <a:cs typeface="Arial"/>
              </a:rPr>
              <a:t>START</a:t>
            </a:r>
          </a:p>
        </p:txBody>
      </p:sp>
      <p:sp>
        <p:nvSpPr>
          <p:cNvPr id="7" name="Rectangle 6">
            <a:extLst>
              <a:ext uri="{FF2B5EF4-FFF2-40B4-BE49-F238E27FC236}">
                <a16:creationId xmlns:a16="http://schemas.microsoft.com/office/drawing/2014/main" id="{424D8DF8-095A-43E9-B626-EFA667DB84EA}"/>
              </a:ext>
            </a:extLst>
          </p:cNvPr>
          <p:cNvSpPr>
            <a:spLocks noGrp="1"/>
          </p:cNvSpPr>
          <p:nvPr/>
        </p:nvSpPr>
        <p:spPr>
          <a:xfrm>
            <a:off x="1219200" y="3381375"/>
            <a:ext cx="2609850" cy="1000125"/>
          </a:xfrm>
          <a:prstGeom prst="rect">
            <a:avLst/>
          </a:prstGeom>
          <a:noFill/>
          <a:ln w="0">
            <a:noFill/>
            <a:prstDash val="solid"/>
          </a:ln>
        </p:spPr>
        <p:txBody>
          <a:bodyPr anchor="ctr"/>
          <a:lstStyle>
            <a:defPPr algn="ctr">
              <a:defRPr sz="1725">
                <a:solidFill>
                  <a:srgbClr val="12283A"/>
                </a:solidFill>
                <a:latin typeface="Arial"/>
                <a:ea typeface="Arial"/>
                <a:cs typeface="Arial"/>
              </a:defRPr>
            </a:defPPr>
            <a:lvl1pPr algn="ctr">
              <a:defRPr sz="1725">
                <a:solidFill>
                  <a:srgbClr val="12283A"/>
                </a:solidFill>
                <a:latin typeface="Arial"/>
                <a:ea typeface="Arial"/>
                <a:cs typeface="Arial"/>
              </a:defRPr>
            </a:lvl1pPr>
            <a:lvl2pPr algn="ctr">
              <a:defRPr sz="1725">
                <a:solidFill>
                  <a:srgbClr val="12283A"/>
                </a:solidFill>
                <a:latin typeface="Arial"/>
                <a:ea typeface="Arial"/>
                <a:cs typeface="Arial"/>
              </a:defRPr>
            </a:lvl2pPr>
            <a:lvl3pPr algn="ctr">
              <a:defRPr sz="1725">
                <a:solidFill>
                  <a:srgbClr val="12283A"/>
                </a:solidFill>
                <a:latin typeface="Arial"/>
                <a:ea typeface="Arial"/>
                <a:cs typeface="Arial"/>
              </a:defRPr>
            </a:lvl3pPr>
            <a:lvl4pPr algn="ctr">
              <a:defRPr sz="1725">
                <a:solidFill>
                  <a:srgbClr val="12283A"/>
                </a:solidFill>
                <a:latin typeface="Arial"/>
                <a:ea typeface="Arial"/>
                <a:cs typeface="Arial"/>
              </a:defRPr>
            </a:lvl4pPr>
            <a:lvl5pPr algn="ctr">
              <a:defRPr sz="1725">
                <a:solidFill>
                  <a:srgbClr val="12283A"/>
                </a:solidFill>
                <a:latin typeface="Arial"/>
                <a:ea typeface="Arial"/>
                <a:cs typeface="Arial"/>
              </a:defRPr>
            </a:lvl5pPr>
            <a:lvl6pPr algn="ctr">
              <a:defRPr sz="1725">
                <a:solidFill>
                  <a:srgbClr val="12283A"/>
                </a:solidFill>
                <a:latin typeface="Arial"/>
                <a:ea typeface="Arial"/>
                <a:cs typeface="Arial"/>
              </a:defRPr>
            </a:lvl6pPr>
            <a:lvl7pPr algn="ctr">
              <a:defRPr sz="1725">
                <a:solidFill>
                  <a:srgbClr val="12283A"/>
                </a:solidFill>
                <a:latin typeface="Arial"/>
                <a:ea typeface="Arial"/>
                <a:cs typeface="Arial"/>
              </a:defRPr>
            </a:lvl7pPr>
            <a:lvl8pPr algn="ctr">
              <a:defRPr sz="1725">
                <a:solidFill>
                  <a:srgbClr val="12283A"/>
                </a:solidFill>
                <a:latin typeface="Arial"/>
                <a:ea typeface="Arial"/>
                <a:cs typeface="Arial"/>
              </a:defRPr>
            </a:lvl8pPr>
            <a:lvl9pPr algn="ctr">
              <a:defRPr sz="1725">
                <a:solidFill>
                  <a:srgbClr val="12283A"/>
                </a:solidFill>
                <a:latin typeface="Arial"/>
                <a:ea typeface="Arial"/>
                <a:cs typeface="Arial"/>
              </a:defRPr>
            </a:lvl9pPr>
          </a:lstStyle>
          <a:p>
            <a:pPr algn="ctr">
              <a:defRPr sz="1725">
                <a:solidFill>
                  <a:srgbClr val="12283A"/>
                </a:solidFill>
                <a:latin typeface="Arial"/>
                <a:ea typeface="Arial"/>
                <a:cs typeface="Arial"/>
              </a:defRPr>
            </a:pPr>
            <a:r>
              <a:rPr sz="1725">
                <a:solidFill>
                  <a:srgbClr val="12283A"/>
                </a:solidFill>
                <a:latin typeface="Arial"/>
                <a:ea typeface="Arial"/>
                <a:cs typeface="Arial"/>
              </a:rPr>
              <a:t>Draft assignment directions</a:t>
            </a:r>
          </a:p>
        </p:txBody>
      </p:sp>
      <p:sp>
        <p:nvSpPr>
          <p:cNvPr id="8" name="Rectangle: Rounded Corners 7">
            <a:extLst>
              <a:ext uri="{FF2B5EF4-FFF2-40B4-BE49-F238E27FC236}">
                <a16:creationId xmlns:a16="http://schemas.microsoft.com/office/drawing/2014/main" id="{287A1061-578A-4CA8-ADE0-61964A662026}"/>
              </a:ext>
            </a:extLst>
          </p:cNvPr>
          <p:cNvSpPr>
            <a:spLocks noGrp="1"/>
          </p:cNvSpPr>
          <p:nvPr/>
        </p:nvSpPr>
        <p:spPr>
          <a:xfrm>
            <a:off x="4619625" y="1952625"/>
            <a:ext cx="3333750" cy="2857500"/>
          </a:xfrm>
          <a:prstGeom prst="roundRect">
            <a:avLst>
              <a:gd name="adj" fmla="val 2667"/>
            </a:avLst>
          </a:prstGeom>
          <a:solidFill>
            <a:srgbClr val="FE5200"/>
          </a:solidFill>
          <a:ln w="19050">
            <a:solidFill>
              <a:srgbClr val="FFFFFF"/>
            </a:solidFill>
            <a:prstDash val="solid"/>
          </a:ln>
        </p:spPr>
        <p:txBody>
          <a:bodyPr/>
          <a:lstStyle/>
          <a:p>
            <a:endParaRPr lang="en-US"/>
          </a:p>
        </p:txBody>
      </p:sp>
      <p:sp>
        <p:nvSpPr>
          <p:cNvPr id="9" name="Rectangle 8">
            <a:extLst>
              <a:ext uri="{FF2B5EF4-FFF2-40B4-BE49-F238E27FC236}">
                <a16:creationId xmlns:a16="http://schemas.microsoft.com/office/drawing/2014/main" id="{3982147A-C49F-4C9A-8CB7-8001E6F921FE}"/>
              </a:ext>
            </a:extLst>
          </p:cNvPr>
          <p:cNvSpPr>
            <a:spLocks noGrp="1"/>
          </p:cNvSpPr>
          <p:nvPr/>
        </p:nvSpPr>
        <p:spPr>
          <a:xfrm>
            <a:off x="4857750" y="2143125"/>
            <a:ext cx="495300" cy="495300"/>
          </a:xfrm>
          <a:prstGeom prst="rect">
            <a:avLst/>
          </a:prstGeom>
          <a:noFill/>
          <a:ln w="0">
            <a:noFill/>
            <a:prstDash val="solid"/>
          </a:ln>
        </p:spPr>
        <p:txBody>
          <a:bodyPr/>
          <a:lstStyle>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7A454D7-A3AD-48FE-918E-D13537775F68}"/>
              </a:ext>
            </a:extLst>
          </p:cNvPr>
          <p:cNvSpPr>
            <a:spLocks noGrp="1"/>
          </p:cNvSpPr>
          <p:nvPr/>
        </p:nvSpPr>
        <p:spPr>
          <a:xfrm>
            <a:off x="4905375" y="2781300"/>
            <a:ext cx="2762250" cy="428625"/>
          </a:xfrm>
          <a:prstGeom prst="rect">
            <a:avLst/>
          </a:prstGeom>
          <a:noFill/>
          <a:ln w="0">
            <a:noFill/>
            <a:prstDash val="solid"/>
          </a:ln>
        </p:spPr>
        <p:txBody>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AI ROLE</a:t>
            </a:r>
          </a:p>
        </p:txBody>
      </p:sp>
      <p:sp>
        <p:nvSpPr>
          <p:cNvPr id="11" name="Rectangle 10">
            <a:extLst>
              <a:ext uri="{FF2B5EF4-FFF2-40B4-BE49-F238E27FC236}">
                <a16:creationId xmlns:a16="http://schemas.microsoft.com/office/drawing/2014/main" id="{A4783D44-AFAF-4AE4-81B7-02597640CB39}"/>
              </a:ext>
            </a:extLst>
          </p:cNvPr>
          <p:cNvSpPr>
            <a:spLocks noGrp="1"/>
          </p:cNvSpPr>
          <p:nvPr/>
        </p:nvSpPr>
        <p:spPr>
          <a:xfrm>
            <a:off x="4981575" y="3381375"/>
            <a:ext cx="2609850" cy="1000125"/>
          </a:xfrm>
          <a:prstGeom prst="rect">
            <a:avLst/>
          </a:prstGeom>
          <a:noFill/>
          <a:ln w="0">
            <a:noFill/>
            <a:prstDash val="solid"/>
          </a:ln>
        </p:spPr>
        <p:txBody>
          <a:bodyPr anchor="ctr"/>
          <a:lstStyle>
            <a:defPPr algn="ctr">
              <a:defRPr sz="1725">
                <a:solidFill>
                  <a:srgbClr val="FFFFFF"/>
                </a:solidFill>
                <a:latin typeface="Arial"/>
                <a:ea typeface="Arial"/>
                <a:cs typeface="Arial"/>
              </a:defRPr>
            </a:defPPr>
            <a:lvl1pPr algn="ctr">
              <a:defRPr sz="1725">
                <a:solidFill>
                  <a:srgbClr val="FFFFFF"/>
                </a:solidFill>
                <a:latin typeface="Arial"/>
                <a:ea typeface="Arial"/>
                <a:cs typeface="Arial"/>
              </a:defRPr>
            </a:lvl1pPr>
            <a:lvl2pPr algn="ctr">
              <a:defRPr sz="1725">
                <a:solidFill>
                  <a:srgbClr val="FFFFFF"/>
                </a:solidFill>
                <a:latin typeface="Arial"/>
                <a:ea typeface="Arial"/>
                <a:cs typeface="Arial"/>
              </a:defRPr>
            </a:lvl2pPr>
            <a:lvl3pPr algn="ctr">
              <a:defRPr sz="1725">
                <a:solidFill>
                  <a:srgbClr val="FFFFFF"/>
                </a:solidFill>
                <a:latin typeface="Arial"/>
                <a:ea typeface="Arial"/>
                <a:cs typeface="Arial"/>
              </a:defRPr>
            </a:lvl3pPr>
            <a:lvl4pPr algn="ctr">
              <a:defRPr sz="1725">
                <a:solidFill>
                  <a:srgbClr val="FFFFFF"/>
                </a:solidFill>
                <a:latin typeface="Arial"/>
                <a:ea typeface="Arial"/>
                <a:cs typeface="Arial"/>
              </a:defRPr>
            </a:lvl4pPr>
            <a:lvl5pPr algn="ctr">
              <a:defRPr sz="1725">
                <a:solidFill>
                  <a:srgbClr val="FFFFFF"/>
                </a:solidFill>
                <a:latin typeface="Arial"/>
                <a:ea typeface="Arial"/>
                <a:cs typeface="Arial"/>
              </a:defRPr>
            </a:lvl5pPr>
            <a:lvl6pPr algn="ctr">
              <a:defRPr sz="1725">
                <a:solidFill>
                  <a:srgbClr val="FFFFFF"/>
                </a:solidFill>
                <a:latin typeface="Arial"/>
                <a:ea typeface="Arial"/>
                <a:cs typeface="Arial"/>
              </a:defRPr>
            </a:lvl6pPr>
            <a:lvl7pPr algn="ctr">
              <a:defRPr sz="1725">
                <a:solidFill>
                  <a:srgbClr val="FFFFFF"/>
                </a:solidFill>
                <a:latin typeface="Arial"/>
                <a:ea typeface="Arial"/>
                <a:cs typeface="Arial"/>
              </a:defRPr>
            </a:lvl7pPr>
            <a:lvl8pPr algn="ctr">
              <a:defRPr sz="1725">
                <a:solidFill>
                  <a:srgbClr val="FFFFFF"/>
                </a:solidFill>
                <a:latin typeface="Arial"/>
                <a:ea typeface="Arial"/>
                <a:cs typeface="Arial"/>
              </a:defRPr>
            </a:lvl8pPr>
            <a:lvl9pPr algn="ctr">
              <a:defRPr sz="1725">
                <a:solidFill>
                  <a:srgbClr val="FFFFFF"/>
                </a:solidFill>
                <a:latin typeface="Arial"/>
                <a:ea typeface="Arial"/>
                <a:cs typeface="Arial"/>
              </a:defRPr>
            </a:lvl9pPr>
          </a:lstStyle>
          <a:p>
            <a:pPr algn="ctr">
              <a:defRPr sz="1725">
                <a:solidFill>
                  <a:srgbClr val="FFFFFF"/>
                </a:solidFill>
                <a:latin typeface="Arial"/>
                <a:ea typeface="Arial"/>
                <a:cs typeface="Arial"/>
              </a:defRPr>
            </a:pPr>
            <a:r>
              <a:rPr sz="1725">
                <a:solidFill>
                  <a:srgbClr val="FFFFFF"/>
                </a:solidFill>
                <a:latin typeface="Arial"/>
                <a:ea typeface="Arial"/>
                <a:cs typeface="Arial"/>
              </a:rPr>
              <a:t>Clarify sequence and student-facing language</a:t>
            </a:r>
          </a:p>
        </p:txBody>
      </p:sp>
      <p:sp>
        <p:nvSpPr>
          <p:cNvPr id="12" name="Rectangle: Rounded Corners 11">
            <a:extLst>
              <a:ext uri="{FF2B5EF4-FFF2-40B4-BE49-F238E27FC236}">
                <a16:creationId xmlns:a16="http://schemas.microsoft.com/office/drawing/2014/main" id="{B3E21FAD-E7E8-4755-92C4-D48EC08198B8}"/>
              </a:ext>
            </a:extLst>
          </p:cNvPr>
          <p:cNvSpPr>
            <a:spLocks noGrp="1"/>
          </p:cNvSpPr>
          <p:nvPr/>
        </p:nvSpPr>
        <p:spPr>
          <a:xfrm>
            <a:off x="8382000" y="1952625"/>
            <a:ext cx="3333750" cy="2857500"/>
          </a:xfrm>
          <a:prstGeom prst="roundRect">
            <a:avLst>
              <a:gd name="adj" fmla="val 2667"/>
            </a:avLst>
          </a:prstGeom>
          <a:solidFill>
            <a:srgbClr val="FFFFFF"/>
          </a:solidFill>
          <a:ln w="19050">
            <a:solidFill>
              <a:srgbClr val="FFFFFF"/>
            </a:solidFill>
            <a:prstDash val="solid"/>
          </a:ln>
        </p:spPr>
        <p:txBody>
          <a:bodyPr/>
          <a:lstStyle/>
          <a:p>
            <a:endParaRPr lang="en-US"/>
          </a:p>
        </p:txBody>
      </p:sp>
      <p:sp>
        <p:nvSpPr>
          <p:cNvPr id="13" name="Rectangle 12">
            <a:extLst>
              <a:ext uri="{FF2B5EF4-FFF2-40B4-BE49-F238E27FC236}">
                <a16:creationId xmlns:a16="http://schemas.microsoft.com/office/drawing/2014/main" id="{D99E9D9E-AB22-433D-94EF-D17AA743B792}"/>
              </a:ext>
            </a:extLst>
          </p:cNvPr>
          <p:cNvSpPr>
            <a:spLocks noGrp="1"/>
          </p:cNvSpPr>
          <p:nvPr/>
        </p:nvSpPr>
        <p:spPr>
          <a:xfrm>
            <a:off x="8620125" y="2143125"/>
            <a:ext cx="495300" cy="495300"/>
          </a:xfrm>
          <a:prstGeom prst="rect">
            <a:avLst/>
          </a:prstGeom>
          <a:noFill/>
          <a:ln w="0">
            <a:noFill/>
            <a:prstDash val="solid"/>
          </a:ln>
        </p:spPr>
        <p:txBody>
          <a:bodyPr/>
          <a:lstStyle>
            <a:defPPr algn="ctr">
              <a:defRPr sz="1875" b="1">
                <a:solidFill>
                  <a:srgbClr val="FE5200"/>
                </a:solidFill>
                <a:latin typeface="Arial"/>
                <a:ea typeface="Arial"/>
                <a:cs typeface="Arial"/>
              </a:defRPr>
            </a:defPPr>
            <a:lvl1pPr algn="ctr">
              <a:defRPr sz="1875" b="1">
                <a:solidFill>
                  <a:srgbClr val="FE5200"/>
                </a:solidFill>
                <a:latin typeface="Arial"/>
                <a:ea typeface="Arial"/>
                <a:cs typeface="Arial"/>
              </a:defRPr>
            </a:lvl1pPr>
            <a:lvl2pPr algn="ctr">
              <a:defRPr sz="1875" b="1">
                <a:solidFill>
                  <a:srgbClr val="FE5200"/>
                </a:solidFill>
                <a:latin typeface="Arial"/>
                <a:ea typeface="Arial"/>
                <a:cs typeface="Arial"/>
              </a:defRPr>
            </a:lvl2pPr>
            <a:lvl3pPr algn="ctr">
              <a:defRPr sz="1875" b="1">
                <a:solidFill>
                  <a:srgbClr val="FE5200"/>
                </a:solidFill>
                <a:latin typeface="Arial"/>
                <a:ea typeface="Arial"/>
                <a:cs typeface="Arial"/>
              </a:defRPr>
            </a:lvl3pPr>
            <a:lvl4pPr algn="ctr">
              <a:defRPr sz="1875" b="1">
                <a:solidFill>
                  <a:srgbClr val="FE5200"/>
                </a:solidFill>
                <a:latin typeface="Arial"/>
                <a:ea typeface="Arial"/>
                <a:cs typeface="Arial"/>
              </a:defRPr>
            </a:lvl4pPr>
            <a:lvl5pPr algn="ctr">
              <a:defRPr sz="1875" b="1">
                <a:solidFill>
                  <a:srgbClr val="FE5200"/>
                </a:solidFill>
                <a:latin typeface="Arial"/>
                <a:ea typeface="Arial"/>
                <a:cs typeface="Arial"/>
              </a:defRPr>
            </a:lvl5pPr>
            <a:lvl6pPr algn="ctr">
              <a:defRPr sz="1875" b="1">
                <a:solidFill>
                  <a:srgbClr val="FE5200"/>
                </a:solidFill>
                <a:latin typeface="Arial"/>
                <a:ea typeface="Arial"/>
                <a:cs typeface="Arial"/>
              </a:defRPr>
            </a:lvl6pPr>
            <a:lvl7pPr algn="ctr">
              <a:defRPr sz="1875" b="1">
                <a:solidFill>
                  <a:srgbClr val="FE5200"/>
                </a:solidFill>
                <a:latin typeface="Arial"/>
                <a:ea typeface="Arial"/>
                <a:cs typeface="Arial"/>
              </a:defRPr>
            </a:lvl7pPr>
            <a:lvl8pPr algn="ctr">
              <a:defRPr sz="1875" b="1">
                <a:solidFill>
                  <a:srgbClr val="FE5200"/>
                </a:solidFill>
                <a:latin typeface="Arial"/>
                <a:ea typeface="Arial"/>
                <a:cs typeface="Arial"/>
              </a:defRPr>
            </a:lvl8pPr>
            <a:lvl9pPr algn="ctr">
              <a:defRPr sz="1875" b="1">
                <a:solidFill>
                  <a:srgbClr val="FE5200"/>
                </a:solidFill>
                <a:latin typeface="Arial"/>
                <a:ea typeface="Arial"/>
                <a:cs typeface="Arial"/>
              </a:defRPr>
            </a:lvl9pPr>
          </a:lstStyle>
          <a:p>
            <a:pPr algn="ctr">
              <a:defRPr sz="1875" b="1">
                <a:solidFill>
                  <a:srgbClr val="FE5200"/>
                </a:solidFill>
                <a:latin typeface="Arial"/>
                <a:ea typeface="Arial"/>
                <a:cs typeface="Arial"/>
              </a:defRPr>
            </a:pPr>
            <a:r>
              <a:rPr sz="1875" b="1">
                <a:solidFill>
                  <a:srgbClr val="FE5200"/>
                </a:solidFill>
                <a:latin typeface="Arial"/>
                <a:ea typeface="Arial"/>
                <a:cs typeface="Arial"/>
              </a:rPr>
              <a:t>3</a:t>
            </a:r>
          </a:p>
        </p:txBody>
      </p:sp>
      <p:sp>
        <p:nvSpPr>
          <p:cNvPr id="14" name="Rectangle 13">
            <a:extLst>
              <a:ext uri="{FF2B5EF4-FFF2-40B4-BE49-F238E27FC236}">
                <a16:creationId xmlns:a16="http://schemas.microsoft.com/office/drawing/2014/main" id="{1DFEF7E7-E754-4083-B010-17F460A93DBD}"/>
              </a:ext>
            </a:extLst>
          </p:cNvPr>
          <p:cNvSpPr>
            <a:spLocks noGrp="1"/>
          </p:cNvSpPr>
          <p:nvPr/>
        </p:nvSpPr>
        <p:spPr>
          <a:xfrm>
            <a:off x="8667750" y="2781300"/>
            <a:ext cx="2762250" cy="428625"/>
          </a:xfrm>
          <a:prstGeom prst="rect">
            <a:avLst/>
          </a:prstGeom>
          <a:noFill/>
          <a:ln w="0">
            <a:noFill/>
            <a:prstDash val="solid"/>
          </a:ln>
        </p:spPr>
        <p:txBody>
          <a:bodyPr/>
          <a:lstStyle>
            <a:defPPr algn="ctr">
              <a:defRPr sz="1725" b="1">
                <a:solidFill>
                  <a:srgbClr val="003C72"/>
                </a:solidFill>
                <a:latin typeface="Arial"/>
                <a:ea typeface="Arial"/>
                <a:cs typeface="Arial"/>
              </a:defRPr>
            </a:defPPr>
            <a:lvl1pPr algn="ctr">
              <a:defRPr sz="1725" b="1">
                <a:solidFill>
                  <a:srgbClr val="003C72"/>
                </a:solidFill>
                <a:latin typeface="Arial"/>
                <a:ea typeface="Arial"/>
                <a:cs typeface="Arial"/>
              </a:defRPr>
            </a:lvl1pPr>
            <a:lvl2pPr algn="ctr">
              <a:defRPr sz="1725" b="1">
                <a:solidFill>
                  <a:srgbClr val="003C72"/>
                </a:solidFill>
                <a:latin typeface="Arial"/>
                <a:ea typeface="Arial"/>
                <a:cs typeface="Arial"/>
              </a:defRPr>
            </a:lvl2pPr>
            <a:lvl3pPr algn="ctr">
              <a:defRPr sz="1725" b="1">
                <a:solidFill>
                  <a:srgbClr val="003C72"/>
                </a:solidFill>
                <a:latin typeface="Arial"/>
                <a:ea typeface="Arial"/>
                <a:cs typeface="Arial"/>
              </a:defRPr>
            </a:lvl3pPr>
            <a:lvl4pPr algn="ctr">
              <a:defRPr sz="1725" b="1">
                <a:solidFill>
                  <a:srgbClr val="003C72"/>
                </a:solidFill>
                <a:latin typeface="Arial"/>
                <a:ea typeface="Arial"/>
                <a:cs typeface="Arial"/>
              </a:defRPr>
            </a:lvl4pPr>
            <a:lvl5pPr algn="ctr">
              <a:defRPr sz="1725" b="1">
                <a:solidFill>
                  <a:srgbClr val="003C72"/>
                </a:solidFill>
                <a:latin typeface="Arial"/>
                <a:ea typeface="Arial"/>
                <a:cs typeface="Arial"/>
              </a:defRPr>
            </a:lvl5pPr>
            <a:lvl6pPr algn="ctr">
              <a:defRPr sz="1725" b="1">
                <a:solidFill>
                  <a:srgbClr val="003C72"/>
                </a:solidFill>
                <a:latin typeface="Arial"/>
                <a:ea typeface="Arial"/>
                <a:cs typeface="Arial"/>
              </a:defRPr>
            </a:lvl6pPr>
            <a:lvl7pPr algn="ctr">
              <a:defRPr sz="1725" b="1">
                <a:solidFill>
                  <a:srgbClr val="003C72"/>
                </a:solidFill>
                <a:latin typeface="Arial"/>
                <a:ea typeface="Arial"/>
                <a:cs typeface="Arial"/>
              </a:defRPr>
            </a:lvl7pPr>
            <a:lvl8pPr algn="ctr">
              <a:defRPr sz="1725" b="1">
                <a:solidFill>
                  <a:srgbClr val="003C72"/>
                </a:solidFill>
                <a:latin typeface="Arial"/>
                <a:ea typeface="Arial"/>
                <a:cs typeface="Arial"/>
              </a:defRPr>
            </a:lvl8pPr>
            <a:lvl9pPr algn="ctr">
              <a:defRPr sz="1725" b="1">
                <a:solidFill>
                  <a:srgbClr val="003C72"/>
                </a:solidFill>
                <a:latin typeface="Arial"/>
                <a:ea typeface="Arial"/>
                <a:cs typeface="Arial"/>
              </a:defRPr>
            </a:lvl9pPr>
          </a:lstStyle>
          <a:p>
            <a:pPr algn="ctr">
              <a:defRPr sz="1725" b="1">
                <a:solidFill>
                  <a:srgbClr val="003C72"/>
                </a:solidFill>
                <a:latin typeface="Arial"/>
                <a:ea typeface="Arial"/>
                <a:cs typeface="Arial"/>
              </a:defRPr>
            </a:pPr>
            <a:r>
              <a:rPr sz="1725" b="1">
                <a:solidFill>
                  <a:srgbClr val="003C72"/>
                </a:solidFill>
                <a:latin typeface="Arial"/>
                <a:ea typeface="Arial"/>
                <a:cs typeface="Arial"/>
              </a:rPr>
              <a:t>HUMAN ROLE</a:t>
            </a:r>
          </a:p>
        </p:txBody>
      </p:sp>
      <p:sp>
        <p:nvSpPr>
          <p:cNvPr id="15" name="Rectangle 14">
            <a:extLst>
              <a:ext uri="{FF2B5EF4-FFF2-40B4-BE49-F238E27FC236}">
                <a16:creationId xmlns:a16="http://schemas.microsoft.com/office/drawing/2014/main" id="{7F925131-24D2-47C8-B37F-EBCB1C72CF7B}"/>
              </a:ext>
            </a:extLst>
          </p:cNvPr>
          <p:cNvSpPr>
            <a:spLocks noGrp="1"/>
          </p:cNvSpPr>
          <p:nvPr/>
        </p:nvSpPr>
        <p:spPr>
          <a:xfrm>
            <a:off x="8743950" y="3381375"/>
            <a:ext cx="2609850" cy="1000125"/>
          </a:xfrm>
          <a:prstGeom prst="rect">
            <a:avLst/>
          </a:prstGeom>
          <a:noFill/>
          <a:ln w="0">
            <a:noFill/>
            <a:prstDash val="solid"/>
          </a:ln>
        </p:spPr>
        <p:txBody>
          <a:bodyPr anchor="ctr"/>
          <a:lstStyle>
            <a:defPPr algn="ctr">
              <a:defRPr sz="1725">
                <a:solidFill>
                  <a:srgbClr val="12283A"/>
                </a:solidFill>
                <a:latin typeface="Arial"/>
                <a:ea typeface="Arial"/>
                <a:cs typeface="Arial"/>
              </a:defRPr>
            </a:defPPr>
            <a:lvl1pPr algn="ctr">
              <a:defRPr sz="1725">
                <a:solidFill>
                  <a:srgbClr val="12283A"/>
                </a:solidFill>
                <a:latin typeface="Arial"/>
                <a:ea typeface="Arial"/>
                <a:cs typeface="Arial"/>
              </a:defRPr>
            </a:lvl1pPr>
            <a:lvl2pPr algn="ctr">
              <a:defRPr sz="1725">
                <a:solidFill>
                  <a:srgbClr val="12283A"/>
                </a:solidFill>
                <a:latin typeface="Arial"/>
                <a:ea typeface="Arial"/>
                <a:cs typeface="Arial"/>
              </a:defRPr>
            </a:lvl2pPr>
            <a:lvl3pPr algn="ctr">
              <a:defRPr sz="1725">
                <a:solidFill>
                  <a:srgbClr val="12283A"/>
                </a:solidFill>
                <a:latin typeface="Arial"/>
                <a:ea typeface="Arial"/>
                <a:cs typeface="Arial"/>
              </a:defRPr>
            </a:lvl3pPr>
            <a:lvl4pPr algn="ctr">
              <a:defRPr sz="1725">
                <a:solidFill>
                  <a:srgbClr val="12283A"/>
                </a:solidFill>
                <a:latin typeface="Arial"/>
                <a:ea typeface="Arial"/>
                <a:cs typeface="Arial"/>
              </a:defRPr>
            </a:lvl4pPr>
            <a:lvl5pPr algn="ctr">
              <a:defRPr sz="1725">
                <a:solidFill>
                  <a:srgbClr val="12283A"/>
                </a:solidFill>
                <a:latin typeface="Arial"/>
                <a:ea typeface="Arial"/>
                <a:cs typeface="Arial"/>
              </a:defRPr>
            </a:lvl5pPr>
            <a:lvl6pPr algn="ctr">
              <a:defRPr sz="1725">
                <a:solidFill>
                  <a:srgbClr val="12283A"/>
                </a:solidFill>
                <a:latin typeface="Arial"/>
                <a:ea typeface="Arial"/>
                <a:cs typeface="Arial"/>
              </a:defRPr>
            </a:lvl6pPr>
            <a:lvl7pPr algn="ctr">
              <a:defRPr sz="1725">
                <a:solidFill>
                  <a:srgbClr val="12283A"/>
                </a:solidFill>
                <a:latin typeface="Arial"/>
                <a:ea typeface="Arial"/>
                <a:cs typeface="Arial"/>
              </a:defRPr>
            </a:lvl7pPr>
            <a:lvl8pPr algn="ctr">
              <a:defRPr sz="1725">
                <a:solidFill>
                  <a:srgbClr val="12283A"/>
                </a:solidFill>
                <a:latin typeface="Arial"/>
                <a:ea typeface="Arial"/>
                <a:cs typeface="Arial"/>
              </a:defRPr>
            </a:lvl8pPr>
            <a:lvl9pPr algn="ctr">
              <a:defRPr sz="1725">
                <a:solidFill>
                  <a:srgbClr val="12283A"/>
                </a:solidFill>
                <a:latin typeface="Arial"/>
                <a:ea typeface="Arial"/>
                <a:cs typeface="Arial"/>
              </a:defRPr>
            </a:lvl9pPr>
          </a:lstStyle>
          <a:p>
            <a:pPr algn="ctr">
              <a:defRPr sz="1725">
                <a:solidFill>
                  <a:srgbClr val="12283A"/>
                </a:solidFill>
                <a:latin typeface="Arial"/>
                <a:ea typeface="Arial"/>
                <a:cs typeface="Arial"/>
              </a:defRPr>
            </a:pPr>
            <a:r>
              <a:rPr sz="1725">
                <a:solidFill>
                  <a:srgbClr val="12283A"/>
                </a:solidFill>
                <a:latin typeface="Arial"/>
                <a:ea typeface="Arial"/>
                <a:cs typeface="Arial"/>
              </a:rPr>
              <a:t>Verify expectations, accuracy, and accessibility</a:t>
            </a:r>
          </a:p>
        </p:txBody>
      </p:sp>
      <p:sp>
        <p:nvSpPr>
          <p:cNvPr id="16" name="Rectangle 15">
            <a:extLst>
              <a:ext uri="{FF2B5EF4-FFF2-40B4-BE49-F238E27FC236}">
                <a16:creationId xmlns:a16="http://schemas.microsoft.com/office/drawing/2014/main" id="{EE8144A8-9DCB-4BE9-B165-E94D805A438F}"/>
              </a:ext>
            </a:extLst>
          </p:cNvPr>
          <p:cNvSpPr>
            <a:spLocks noGrp="1"/>
          </p:cNvSpPr>
          <p:nvPr/>
        </p:nvSpPr>
        <p:spPr>
          <a:xfrm>
            <a:off x="1905000" y="5286375"/>
            <a:ext cx="8382000" cy="476250"/>
          </a:xfrm>
          <a:prstGeom prst="rect">
            <a:avLst/>
          </a:prstGeom>
          <a:noFill/>
          <a:ln w="0">
            <a:noFill/>
            <a:prstDash val="solid"/>
          </a:ln>
        </p:spPr>
        <p:txBody>
          <a:bodyPr/>
          <a:lstStyle>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 AI to improve the path. Keep the learning decision human.</a:t>
            </a:r>
          </a:p>
        </p:txBody>
      </p:sp>
    </p:spTree>
    <p:extLst>
      <p:ext uri="{BB962C8B-B14F-4D97-AF65-F5344CB8AC3E}">
        <p14:creationId xmlns:p14="http://schemas.microsoft.com/office/powerpoint/2010/main" val="310008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8BFC35D-96FC-4ABF-B7C4-84CDF82BD6A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22F777C0-ADAE-4E90-A192-3E3364335EEE}"/>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a:pPr>
              <a:defRPr sz="3150" b="1">
                <a:solidFill>
                  <a:srgbClr val="FFFFFF"/>
                </a:solidFill>
                <a:latin typeface="Arial"/>
                <a:ea typeface="Arial"/>
                <a:cs typeface="Arial"/>
              </a:defRPr>
            </a:pPr>
            <a:r>
              <a:rPr sz="3150" b="1">
                <a:solidFill>
                  <a:srgbClr val="FFFFFF"/>
                </a:solidFill>
                <a:latin typeface="Arial"/>
                <a:ea typeface="Arial"/>
                <a:cs typeface="Arial"/>
              </a:rPr>
              <a:t>Staff workflow</a:t>
            </a:r>
          </a:p>
        </p:txBody>
      </p:sp>
      <p:sp>
        <p:nvSpPr>
          <p:cNvPr id="3" name="Rectangle: Rounded Corners 2">
            <a:extLst>
              <a:ext uri="{FF2B5EF4-FFF2-40B4-BE49-F238E27FC236}">
                <a16:creationId xmlns:a16="http://schemas.microsoft.com/office/drawing/2014/main" id="{5FCAE5DE-1815-4ED2-9E07-050CA7D99D59}"/>
              </a:ext>
            </a:extLst>
          </p:cNvPr>
          <p:cNvSpPr>
            <a:spLocks noGrp="1"/>
          </p:cNvSpPr>
          <p:nvPr/>
        </p:nvSpPr>
        <p:spPr>
          <a:xfrm>
            <a:off x="857250" y="1952625"/>
            <a:ext cx="3333750" cy="2857500"/>
          </a:xfrm>
          <a:prstGeom prst="roundRect">
            <a:avLst>
              <a:gd name="adj" fmla="val 2667"/>
            </a:avLst>
          </a:prstGeom>
          <a:solidFill>
            <a:srgbClr val="003C72"/>
          </a:solidFill>
          <a:ln w="19050">
            <a:solidFill>
              <a:srgbClr val="FFFFFF"/>
            </a:solidFill>
            <a:prstDash val="solid"/>
          </a:ln>
        </p:spPr>
        <p:txBody>
          <a:bodyPr/>
          <a:lstStyle/>
          <a:p>
            <a:endParaRPr lang="en-US"/>
          </a:p>
        </p:txBody>
      </p:sp>
      <p:sp>
        <p:nvSpPr>
          <p:cNvPr id="4" name="Rectangle 3">
            <a:extLst>
              <a:ext uri="{FF2B5EF4-FFF2-40B4-BE49-F238E27FC236}">
                <a16:creationId xmlns:a16="http://schemas.microsoft.com/office/drawing/2014/main" id="{497ED900-AA8A-486D-AA05-F6C24EF7A1B1}"/>
              </a:ext>
            </a:extLst>
          </p:cNvPr>
          <p:cNvSpPr>
            <a:spLocks noGrp="1"/>
          </p:cNvSpPr>
          <p:nvPr/>
        </p:nvSpPr>
        <p:spPr>
          <a:xfrm>
            <a:off x="1095375" y="2143125"/>
            <a:ext cx="495300" cy="495300"/>
          </a:xfrm>
          <a:prstGeom prst="rect">
            <a:avLst/>
          </a:prstGeom>
          <a:noFill/>
          <a:ln w="0">
            <a:noFill/>
            <a:prstDash val="solid"/>
          </a:ln>
        </p:spPr>
        <p:txBody>
          <a:bodyPr/>
          <a:lstStyle>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5" name="Rectangle 4">
            <a:extLst>
              <a:ext uri="{FF2B5EF4-FFF2-40B4-BE49-F238E27FC236}">
                <a16:creationId xmlns:a16="http://schemas.microsoft.com/office/drawing/2014/main" id="{B62E4CCD-F4AD-4DE6-86BD-E1FE9435FABC}"/>
              </a:ext>
            </a:extLst>
          </p:cNvPr>
          <p:cNvSpPr>
            <a:spLocks noGrp="1"/>
          </p:cNvSpPr>
          <p:nvPr/>
        </p:nvSpPr>
        <p:spPr>
          <a:xfrm>
            <a:off x="1143000" y="2781300"/>
            <a:ext cx="2762250" cy="428625"/>
          </a:xfrm>
          <a:prstGeom prst="rect">
            <a:avLst/>
          </a:prstGeom>
          <a:noFill/>
          <a:ln w="0">
            <a:noFill/>
            <a:prstDash val="solid"/>
          </a:ln>
        </p:spPr>
        <p:txBody>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START</a:t>
            </a:r>
          </a:p>
        </p:txBody>
      </p:sp>
      <p:sp>
        <p:nvSpPr>
          <p:cNvPr id="6" name="Rectangle 5">
            <a:extLst>
              <a:ext uri="{FF2B5EF4-FFF2-40B4-BE49-F238E27FC236}">
                <a16:creationId xmlns:a16="http://schemas.microsoft.com/office/drawing/2014/main" id="{651C0AA2-77E2-49B6-9981-850C8B9CAB5D}"/>
              </a:ext>
            </a:extLst>
          </p:cNvPr>
          <p:cNvSpPr>
            <a:spLocks noGrp="1"/>
          </p:cNvSpPr>
          <p:nvPr/>
        </p:nvSpPr>
        <p:spPr>
          <a:xfrm>
            <a:off x="1219200" y="3381375"/>
            <a:ext cx="2609850" cy="1000125"/>
          </a:xfrm>
          <a:prstGeom prst="rect">
            <a:avLst/>
          </a:prstGeom>
          <a:noFill/>
          <a:ln w="0">
            <a:noFill/>
            <a:prstDash val="solid"/>
          </a:ln>
        </p:spPr>
        <p:txBody>
          <a:bodyPr anchor="ctr"/>
          <a:lstStyle>
            <a:defPPr algn="ctr">
              <a:defRPr sz="1725">
                <a:solidFill>
                  <a:srgbClr val="EEF3F7"/>
                </a:solidFill>
                <a:latin typeface="Arial"/>
                <a:ea typeface="Arial"/>
                <a:cs typeface="Arial"/>
              </a:defRPr>
            </a:defPPr>
            <a:lvl1pPr algn="ctr">
              <a:defRPr sz="1725">
                <a:solidFill>
                  <a:srgbClr val="EEF3F7"/>
                </a:solidFill>
                <a:latin typeface="Arial"/>
                <a:ea typeface="Arial"/>
                <a:cs typeface="Arial"/>
              </a:defRPr>
            </a:lvl1pPr>
            <a:lvl2pPr algn="ctr">
              <a:defRPr sz="1725">
                <a:solidFill>
                  <a:srgbClr val="EEF3F7"/>
                </a:solidFill>
                <a:latin typeface="Arial"/>
                <a:ea typeface="Arial"/>
                <a:cs typeface="Arial"/>
              </a:defRPr>
            </a:lvl2pPr>
            <a:lvl3pPr algn="ctr">
              <a:defRPr sz="1725">
                <a:solidFill>
                  <a:srgbClr val="EEF3F7"/>
                </a:solidFill>
                <a:latin typeface="Arial"/>
                <a:ea typeface="Arial"/>
                <a:cs typeface="Arial"/>
              </a:defRPr>
            </a:lvl3pPr>
            <a:lvl4pPr algn="ctr">
              <a:defRPr sz="1725">
                <a:solidFill>
                  <a:srgbClr val="EEF3F7"/>
                </a:solidFill>
                <a:latin typeface="Arial"/>
                <a:ea typeface="Arial"/>
                <a:cs typeface="Arial"/>
              </a:defRPr>
            </a:lvl4pPr>
            <a:lvl5pPr algn="ctr">
              <a:defRPr sz="1725">
                <a:solidFill>
                  <a:srgbClr val="EEF3F7"/>
                </a:solidFill>
                <a:latin typeface="Arial"/>
                <a:ea typeface="Arial"/>
                <a:cs typeface="Arial"/>
              </a:defRPr>
            </a:lvl5pPr>
            <a:lvl6pPr algn="ctr">
              <a:defRPr sz="1725">
                <a:solidFill>
                  <a:srgbClr val="EEF3F7"/>
                </a:solidFill>
                <a:latin typeface="Arial"/>
                <a:ea typeface="Arial"/>
                <a:cs typeface="Arial"/>
              </a:defRPr>
            </a:lvl6pPr>
            <a:lvl7pPr algn="ctr">
              <a:defRPr sz="1725">
                <a:solidFill>
                  <a:srgbClr val="EEF3F7"/>
                </a:solidFill>
                <a:latin typeface="Arial"/>
                <a:ea typeface="Arial"/>
                <a:cs typeface="Arial"/>
              </a:defRPr>
            </a:lvl7pPr>
            <a:lvl8pPr algn="ctr">
              <a:defRPr sz="1725">
                <a:solidFill>
                  <a:srgbClr val="EEF3F7"/>
                </a:solidFill>
                <a:latin typeface="Arial"/>
                <a:ea typeface="Arial"/>
                <a:cs typeface="Arial"/>
              </a:defRPr>
            </a:lvl8pPr>
            <a:lvl9pPr algn="ctr">
              <a:defRPr sz="1725">
                <a:solidFill>
                  <a:srgbClr val="EEF3F7"/>
                </a:solidFill>
                <a:latin typeface="Arial"/>
                <a:ea typeface="Arial"/>
                <a:cs typeface="Arial"/>
              </a:defRPr>
            </a:lvl9pPr>
          </a:lstStyle>
          <a:p>
            <a:pPr algn="ctr">
              <a:defRPr sz="1725">
                <a:solidFill>
                  <a:srgbClr val="EEF3F7"/>
                </a:solidFill>
                <a:latin typeface="Arial"/>
                <a:ea typeface="Arial"/>
                <a:cs typeface="Arial"/>
              </a:defRPr>
            </a:pPr>
            <a:r>
              <a:rPr sz="1725">
                <a:solidFill>
                  <a:srgbClr val="EEF3F7"/>
                </a:solidFill>
                <a:latin typeface="Arial"/>
                <a:ea typeface="Arial"/>
                <a:cs typeface="Arial"/>
              </a:rPr>
              <a:t>De-identified process notes</a:t>
            </a:r>
          </a:p>
        </p:txBody>
      </p:sp>
      <p:sp>
        <p:nvSpPr>
          <p:cNvPr id="7" name="Rectangle: Rounded Corners 6">
            <a:extLst>
              <a:ext uri="{FF2B5EF4-FFF2-40B4-BE49-F238E27FC236}">
                <a16:creationId xmlns:a16="http://schemas.microsoft.com/office/drawing/2014/main" id="{28B9E78C-3C07-43A6-BE2B-61000146D5DE}"/>
              </a:ext>
            </a:extLst>
          </p:cNvPr>
          <p:cNvSpPr>
            <a:spLocks noGrp="1"/>
          </p:cNvSpPr>
          <p:nvPr/>
        </p:nvSpPr>
        <p:spPr>
          <a:xfrm>
            <a:off x="4619625" y="1952625"/>
            <a:ext cx="3333750" cy="2857500"/>
          </a:xfrm>
          <a:prstGeom prst="roundRect">
            <a:avLst>
              <a:gd name="adj" fmla="val 2667"/>
            </a:avLst>
          </a:prstGeom>
          <a:solidFill>
            <a:srgbClr val="FFFFFF"/>
          </a:solidFill>
          <a:ln w="19050">
            <a:solidFill>
              <a:srgbClr val="FFFFFF"/>
            </a:solidFill>
            <a:prstDash val="solid"/>
          </a:ln>
        </p:spPr>
        <p:txBody>
          <a:bodyPr/>
          <a:lstStyle/>
          <a:p>
            <a:endParaRPr lang="en-US"/>
          </a:p>
        </p:txBody>
      </p:sp>
      <p:sp>
        <p:nvSpPr>
          <p:cNvPr id="8" name="Rectangle 7">
            <a:extLst>
              <a:ext uri="{FF2B5EF4-FFF2-40B4-BE49-F238E27FC236}">
                <a16:creationId xmlns:a16="http://schemas.microsoft.com/office/drawing/2014/main" id="{2DFB78B8-9E49-4149-815D-FFDB2694C1C5}"/>
              </a:ext>
            </a:extLst>
          </p:cNvPr>
          <p:cNvSpPr>
            <a:spLocks noGrp="1"/>
          </p:cNvSpPr>
          <p:nvPr/>
        </p:nvSpPr>
        <p:spPr>
          <a:xfrm>
            <a:off x="4857750" y="2143125"/>
            <a:ext cx="495300" cy="495300"/>
          </a:xfrm>
          <a:prstGeom prst="rect">
            <a:avLst/>
          </a:prstGeom>
          <a:noFill/>
          <a:ln w="0">
            <a:noFill/>
            <a:prstDash val="solid"/>
          </a:ln>
        </p:spPr>
        <p:txBody>
          <a:bodyPr/>
          <a:lstStyle>
            <a:defPPr algn="ctr">
              <a:defRPr sz="1875" b="1">
                <a:solidFill>
                  <a:srgbClr val="FE5200"/>
                </a:solidFill>
                <a:latin typeface="Arial"/>
                <a:ea typeface="Arial"/>
                <a:cs typeface="Arial"/>
              </a:defRPr>
            </a:defPPr>
            <a:lvl1pPr algn="ctr">
              <a:defRPr sz="1875" b="1">
                <a:solidFill>
                  <a:srgbClr val="FE5200"/>
                </a:solidFill>
                <a:latin typeface="Arial"/>
                <a:ea typeface="Arial"/>
                <a:cs typeface="Arial"/>
              </a:defRPr>
            </a:lvl1pPr>
            <a:lvl2pPr algn="ctr">
              <a:defRPr sz="1875" b="1">
                <a:solidFill>
                  <a:srgbClr val="FE5200"/>
                </a:solidFill>
                <a:latin typeface="Arial"/>
                <a:ea typeface="Arial"/>
                <a:cs typeface="Arial"/>
              </a:defRPr>
            </a:lvl2pPr>
            <a:lvl3pPr algn="ctr">
              <a:defRPr sz="1875" b="1">
                <a:solidFill>
                  <a:srgbClr val="FE5200"/>
                </a:solidFill>
                <a:latin typeface="Arial"/>
                <a:ea typeface="Arial"/>
                <a:cs typeface="Arial"/>
              </a:defRPr>
            </a:lvl3pPr>
            <a:lvl4pPr algn="ctr">
              <a:defRPr sz="1875" b="1">
                <a:solidFill>
                  <a:srgbClr val="FE5200"/>
                </a:solidFill>
                <a:latin typeface="Arial"/>
                <a:ea typeface="Arial"/>
                <a:cs typeface="Arial"/>
              </a:defRPr>
            </a:lvl4pPr>
            <a:lvl5pPr algn="ctr">
              <a:defRPr sz="1875" b="1">
                <a:solidFill>
                  <a:srgbClr val="FE5200"/>
                </a:solidFill>
                <a:latin typeface="Arial"/>
                <a:ea typeface="Arial"/>
                <a:cs typeface="Arial"/>
              </a:defRPr>
            </a:lvl5pPr>
            <a:lvl6pPr algn="ctr">
              <a:defRPr sz="1875" b="1">
                <a:solidFill>
                  <a:srgbClr val="FE5200"/>
                </a:solidFill>
                <a:latin typeface="Arial"/>
                <a:ea typeface="Arial"/>
                <a:cs typeface="Arial"/>
              </a:defRPr>
            </a:lvl6pPr>
            <a:lvl7pPr algn="ctr">
              <a:defRPr sz="1875" b="1">
                <a:solidFill>
                  <a:srgbClr val="FE5200"/>
                </a:solidFill>
                <a:latin typeface="Arial"/>
                <a:ea typeface="Arial"/>
                <a:cs typeface="Arial"/>
              </a:defRPr>
            </a:lvl7pPr>
            <a:lvl8pPr algn="ctr">
              <a:defRPr sz="1875" b="1">
                <a:solidFill>
                  <a:srgbClr val="FE5200"/>
                </a:solidFill>
                <a:latin typeface="Arial"/>
                <a:ea typeface="Arial"/>
                <a:cs typeface="Arial"/>
              </a:defRPr>
            </a:lvl8pPr>
            <a:lvl9pPr algn="ctr">
              <a:defRPr sz="1875" b="1">
                <a:solidFill>
                  <a:srgbClr val="FE5200"/>
                </a:solidFill>
                <a:latin typeface="Arial"/>
                <a:ea typeface="Arial"/>
                <a:cs typeface="Arial"/>
              </a:defRPr>
            </a:lvl9pPr>
          </a:lstStyle>
          <a:p>
            <a:pPr algn="ctr">
              <a:defRPr sz="1875" b="1">
                <a:solidFill>
                  <a:srgbClr val="FE5200"/>
                </a:solidFill>
                <a:latin typeface="Arial"/>
                <a:ea typeface="Arial"/>
                <a:cs typeface="Arial"/>
              </a:defRPr>
            </a:pPr>
            <a:r>
              <a:rPr sz="1875" b="1">
                <a:solidFill>
                  <a:srgbClr val="FE5200"/>
                </a:solidFill>
                <a:latin typeface="Arial"/>
                <a:ea typeface="Arial"/>
                <a:cs typeface="Arial"/>
              </a:rPr>
              <a:t>2</a:t>
            </a:r>
          </a:p>
        </p:txBody>
      </p:sp>
      <p:sp>
        <p:nvSpPr>
          <p:cNvPr id="9" name="Rectangle 8">
            <a:extLst>
              <a:ext uri="{FF2B5EF4-FFF2-40B4-BE49-F238E27FC236}">
                <a16:creationId xmlns:a16="http://schemas.microsoft.com/office/drawing/2014/main" id="{41A72A46-906E-4E9E-8740-E241E2332403}"/>
              </a:ext>
            </a:extLst>
          </p:cNvPr>
          <p:cNvSpPr>
            <a:spLocks noGrp="1"/>
          </p:cNvSpPr>
          <p:nvPr/>
        </p:nvSpPr>
        <p:spPr>
          <a:xfrm>
            <a:off x="4905375" y="2781300"/>
            <a:ext cx="2762250" cy="428625"/>
          </a:xfrm>
          <a:prstGeom prst="rect">
            <a:avLst/>
          </a:prstGeom>
          <a:noFill/>
          <a:ln w="0">
            <a:noFill/>
            <a:prstDash val="solid"/>
          </a:ln>
        </p:spPr>
        <p:txBody>
          <a:bodyPr/>
          <a:lstStyle>
            <a:defPPr algn="ctr">
              <a:defRPr sz="1725" b="1">
                <a:solidFill>
                  <a:srgbClr val="003C72"/>
                </a:solidFill>
                <a:latin typeface="Arial"/>
                <a:ea typeface="Arial"/>
                <a:cs typeface="Arial"/>
              </a:defRPr>
            </a:defPPr>
            <a:lvl1pPr algn="ctr">
              <a:defRPr sz="1725" b="1">
                <a:solidFill>
                  <a:srgbClr val="003C72"/>
                </a:solidFill>
                <a:latin typeface="Arial"/>
                <a:ea typeface="Arial"/>
                <a:cs typeface="Arial"/>
              </a:defRPr>
            </a:lvl1pPr>
            <a:lvl2pPr algn="ctr">
              <a:defRPr sz="1725" b="1">
                <a:solidFill>
                  <a:srgbClr val="003C72"/>
                </a:solidFill>
                <a:latin typeface="Arial"/>
                <a:ea typeface="Arial"/>
                <a:cs typeface="Arial"/>
              </a:defRPr>
            </a:lvl2pPr>
            <a:lvl3pPr algn="ctr">
              <a:defRPr sz="1725" b="1">
                <a:solidFill>
                  <a:srgbClr val="003C72"/>
                </a:solidFill>
                <a:latin typeface="Arial"/>
                <a:ea typeface="Arial"/>
                <a:cs typeface="Arial"/>
              </a:defRPr>
            </a:lvl3pPr>
            <a:lvl4pPr algn="ctr">
              <a:defRPr sz="1725" b="1">
                <a:solidFill>
                  <a:srgbClr val="003C72"/>
                </a:solidFill>
                <a:latin typeface="Arial"/>
                <a:ea typeface="Arial"/>
                <a:cs typeface="Arial"/>
              </a:defRPr>
            </a:lvl4pPr>
            <a:lvl5pPr algn="ctr">
              <a:defRPr sz="1725" b="1">
                <a:solidFill>
                  <a:srgbClr val="003C72"/>
                </a:solidFill>
                <a:latin typeface="Arial"/>
                <a:ea typeface="Arial"/>
                <a:cs typeface="Arial"/>
              </a:defRPr>
            </a:lvl5pPr>
            <a:lvl6pPr algn="ctr">
              <a:defRPr sz="1725" b="1">
                <a:solidFill>
                  <a:srgbClr val="003C72"/>
                </a:solidFill>
                <a:latin typeface="Arial"/>
                <a:ea typeface="Arial"/>
                <a:cs typeface="Arial"/>
              </a:defRPr>
            </a:lvl6pPr>
            <a:lvl7pPr algn="ctr">
              <a:defRPr sz="1725" b="1">
                <a:solidFill>
                  <a:srgbClr val="003C72"/>
                </a:solidFill>
                <a:latin typeface="Arial"/>
                <a:ea typeface="Arial"/>
                <a:cs typeface="Arial"/>
              </a:defRPr>
            </a:lvl7pPr>
            <a:lvl8pPr algn="ctr">
              <a:defRPr sz="1725" b="1">
                <a:solidFill>
                  <a:srgbClr val="003C72"/>
                </a:solidFill>
                <a:latin typeface="Arial"/>
                <a:ea typeface="Arial"/>
                <a:cs typeface="Arial"/>
              </a:defRPr>
            </a:lvl8pPr>
            <a:lvl9pPr algn="ctr">
              <a:defRPr sz="1725" b="1">
                <a:solidFill>
                  <a:srgbClr val="003C72"/>
                </a:solidFill>
                <a:latin typeface="Arial"/>
                <a:ea typeface="Arial"/>
                <a:cs typeface="Arial"/>
              </a:defRPr>
            </a:lvl9pPr>
          </a:lstStyle>
          <a:p>
            <a:pPr algn="ctr">
              <a:defRPr sz="1725" b="1">
                <a:solidFill>
                  <a:srgbClr val="003C72"/>
                </a:solidFill>
                <a:latin typeface="Arial"/>
                <a:ea typeface="Arial"/>
                <a:cs typeface="Arial"/>
              </a:defRPr>
            </a:pPr>
            <a:r>
              <a:rPr sz="1725" b="1">
                <a:solidFill>
                  <a:srgbClr val="003C72"/>
                </a:solidFill>
                <a:latin typeface="Arial"/>
                <a:ea typeface="Arial"/>
                <a:cs typeface="Arial"/>
              </a:rPr>
              <a:t>AI ROLE</a:t>
            </a:r>
          </a:p>
        </p:txBody>
      </p:sp>
      <p:sp>
        <p:nvSpPr>
          <p:cNvPr id="10" name="Rectangle 9">
            <a:extLst>
              <a:ext uri="{FF2B5EF4-FFF2-40B4-BE49-F238E27FC236}">
                <a16:creationId xmlns:a16="http://schemas.microsoft.com/office/drawing/2014/main" id="{C95682A5-5692-49E2-BD11-4FC5FFFCAAA0}"/>
              </a:ext>
            </a:extLst>
          </p:cNvPr>
          <p:cNvSpPr>
            <a:spLocks noGrp="1"/>
          </p:cNvSpPr>
          <p:nvPr/>
        </p:nvSpPr>
        <p:spPr>
          <a:xfrm>
            <a:off x="4981575" y="3381375"/>
            <a:ext cx="2609850" cy="1000125"/>
          </a:xfrm>
          <a:prstGeom prst="rect">
            <a:avLst/>
          </a:prstGeom>
          <a:noFill/>
          <a:ln w="0">
            <a:noFill/>
            <a:prstDash val="solid"/>
          </a:ln>
        </p:spPr>
        <p:txBody>
          <a:bodyPr anchor="ctr"/>
          <a:lstStyle>
            <a:defPPr algn="ctr">
              <a:defRPr sz="1725">
                <a:solidFill>
                  <a:srgbClr val="12283A"/>
                </a:solidFill>
                <a:latin typeface="Arial"/>
                <a:ea typeface="Arial"/>
                <a:cs typeface="Arial"/>
              </a:defRPr>
            </a:defPPr>
            <a:lvl1pPr algn="ctr">
              <a:defRPr sz="1725">
                <a:solidFill>
                  <a:srgbClr val="12283A"/>
                </a:solidFill>
                <a:latin typeface="Arial"/>
                <a:ea typeface="Arial"/>
                <a:cs typeface="Arial"/>
              </a:defRPr>
            </a:lvl1pPr>
            <a:lvl2pPr algn="ctr">
              <a:defRPr sz="1725">
                <a:solidFill>
                  <a:srgbClr val="12283A"/>
                </a:solidFill>
                <a:latin typeface="Arial"/>
                <a:ea typeface="Arial"/>
                <a:cs typeface="Arial"/>
              </a:defRPr>
            </a:lvl2pPr>
            <a:lvl3pPr algn="ctr">
              <a:defRPr sz="1725">
                <a:solidFill>
                  <a:srgbClr val="12283A"/>
                </a:solidFill>
                <a:latin typeface="Arial"/>
                <a:ea typeface="Arial"/>
                <a:cs typeface="Arial"/>
              </a:defRPr>
            </a:lvl3pPr>
            <a:lvl4pPr algn="ctr">
              <a:defRPr sz="1725">
                <a:solidFill>
                  <a:srgbClr val="12283A"/>
                </a:solidFill>
                <a:latin typeface="Arial"/>
                <a:ea typeface="Arial"/>
                <a:cs typeface="Arial"/>
              </a:defRPr>
            </a:lvl4pPr>
            <a:lvl5pPr algn="ctr">
              <a:defRPr sz="1725">
                <a:solidFill>
                  <a:srgbClr val="12283A"/>
                </a:solidFill>
                <a:latin typeface="Arial"/>
                <a:ea typeface="Arial"/>
                <a:cs typeface="Arial"/>
              </a:defRPr>
            </a:lvl5pPr>
            <a:lvl6pPr algn="ctr">
              <a:defRPr sz="1725">
                <a:solidFill>
                  <a:srgbClr val="12283A"/>
                </a:solidFill>
                <a:latin typeface="Arial"/>
                <a:ea typeface="Arial"/>
                <a:cs typeface="Arial"/>
              </a:defRPr>
            </a:lvl6pPr>
            <a:lvl7pPr algn="ctr">
              <a:defRPr sz="1725">
                <a:solidFill>
                  <a:srgbClr val="12283A"/>
                </a:solidFill>
                <a:latin typeface="Arial"/>
                <a:ea typeface="Arial"/>
                <a:cs typeface="Arial"/>
              </a:defRPr>
            </a:lvl7pPr>
            <a:lvl8pPr algn="ctr">
              <a:defRPr sz="1725">
                <a:solidFill>
                  <a:srgbClr val="12283A"/>
                </a:solidFill>
                <a:latin typeface="Arial"/>
                <a:ea typeface="Arial"/>
                <a:cs typeface="Arial"/>
              </a:defRPr>
            </a:lvl8pPr>
            <a:lvl9pPr algn="ctr">
              <a:defRPr sz="1725">
                <a:solidFill>
                  <a:srgbClr val="12283A"/>
                </a:solidFill>
                <a:latin typeface="Arial"/>
                <a:ea typeface="Arial"/>
                <a:cs typeface="Arial"/>
              </a:defRPr>
            </a:lvl9pPr>
          </a:lstStyle>
          <a:p>
            <a:pPr algn="ctr">
              <a:defRPr sz="1725">
                <a:solidFill>
                  <a:srgbClr val="12283A"/>
                </a:solidFill>
                <a:latin typeface="Arial"/>
                <a:ea typeface="Arial"/>
                <a:cs typeface="Arial"/>
              </a:defRPr>
            </a:pPr>
            <a:r>
              <a:rPr sz="1725">
                <a:solidFill>
                  <a:srgbClr val="12283A"/>
                </a:solidFill>
                <a:latin typeface="Arial"/>
                <a:ea typeface="Arial"/>
                <a:cs typeface="Arial"/>
              </a:rPr>
              <a:t>Organize steps and surface gaps</a:t>
            </a:r>
          </a:p>
        </p:txBody>
      </p:sp>
      <p:sp>
        <p:nvSpPr>
          <p:cNvPr id="11" name="Rectangle: Rounded Corners 10">
            <a:extLst>
              <a:ext uri="{FF2B5EF4-FFF2-40B4-BE49-F238E27FC236}">
                <a16:creationId xmlns:a16="http://schemas.microsoft.com/office/drawing/2014/main" id="{92D37F3D-5A44-4DF8-897F-93680B160ADF}"/>
              </a:ext>
            </a:extLst>
          </p:cNvPr>
          <p:cNvSpPr>
            <a:spLocks noGrp="1"/>
          </p:cNvSpPr>
          <p:nvPr/>
        </p:nvSpPr>
        <p:spPr>
          <a:xfrm>
            <a:off x="8382000" y="1952625"/>
            <a:ext cx="3333750" cy="2857500"/>
          </a:xfrm>
          <a:prstGeom prst="roundRect">
            <a:avLst>
              <a:gd name="adj" fmla="val 2667"/>
            </a:avLst>
          </a:prstGeom>
          <a:solidFill>
            <a:srgbClr val="003C72"/>
          </a:solidFill>
          <a:ln w="19050">
            <a:solidFill>
              <a:srgbClr val="FFFFFF"/>
            </a:solidFill>
            <a:prstDash val="solid"/>
          </a:ln>
        </p:spPr>
        <p:txBody>
          <a:bodyPr/>
          <a:lstStyle/>
          <a:p>
            <a:endParaRPr lang="en-US"/>
          </a:p>
        </p:txBody>
      </p:sp>
      <p:sp>
        <p:nvSpPr>
          <p:cNvPr id="12" name="Rectangle 11">
            <a:extLst>
              <a:ext uri="{FF2B5EF4-FFF2-40B4-BE49-F238E27FC236}">
                <a16:creationId xmlns:a16="http://schemas.microsoft.com/office/drawing/2014/main" id="{64C5DC82-F26E-4162-AFA3-5497DC2712B7}"/>
              </a:ext>
            </a:extLst>
          </p:cNvPr>
          <p:cNvSpPr>
            <a:spLocks noGrp="1"/>
          </p:cNvSpPr>
          <p:nvPr/>
        </p:nvSpPr>
        <p:spPr>
          <a:xfrm>
            <a:off x="8620125" y="2143125"/>
            <a:ext cx="495300" cy="495300"/>
          </a:xfrm>
          <a:prstGeom prst="rect">
            <a:avLst/>
          </a:prstGeom>
          <a:noFill/>
          <a:ln w="0">
            <a:noFill/>
            <a:prstDash val="solid"/>
          </a:ln>
        </p:spPr>
        <p:txBody>
          <a:bodyPr/>
          <a:lstStyle>
            <a:defPPr algn="ctr">
              <a:defRPr sz="1875" b="1">
                <a:solidFill>
                  <a:srgbClr val="FFFFFF"/>
                </a:solidFill>
                <a:latin typeface="Arial"/>
                <a:ea typeface="Arial"/>
                <a:cs typeface="Arial"/>
              </a:defRPr>
            </a:defPPr>
            <a:lvl1pPr algn="ctr">
              <a:defRPr sz="1875" b="1">
                <a:solidFill>
                  <a:srgbClr val="FFFFFF"/>
                </a:solidFill>
                <a:latin typeface="Arial"/>
                <a:ea typeface="Arial"/>
                <a:cs typeface="Arial"/>
              </a:defRPr>
            </a:lvl1pPr>
            <a:lvl2pPr algn="ctr">
              <a:defRPr sz="1875" b="1">
                <a:solidFill>
                  <a:srgbClr val="FFFFFF"/>
                </a:solidFill>
                <a:latin typeface="Arial"/>
                <a:ea typeface="Arial"/>
                <a:cs typeface="Arial"/>
              </a:defRPr>
            </a:lvl2pPr>
            <a:lvl3pPr algn="ctr">
              <a:defRPr sz="1875" b="1">
                <a:solidFill>
                  <a:srgbClr val="FFFFFF"/>
                </a:solidFill>
                <a:latin typeface="Arial"/>
                <a:ea typeface="Arial"/>
                <a:cs typeface="Arial"/>
              </a:defRPr>
            </a:lvl3pPr>
            <a:lvl4pPr algn="ctr">
              <a:defRPr sz="1875" b="1">
                <a:solidFill>
                  <a:srgbClr val="FFFFFF"/>
                </a:solidFill>
                <a:latin typeface="Arial"/>
                <a:ea typeface="Arial"/>
                <a:cs typeface="Arial"/>
              </a:defRPr>
            </a:lvl4pPr>
            <a:lvl5pPr algn="ctr">
              <a:defRPr sz="1875" b="1">
                <a:solidFill>
                  <a:srgbClr val="FFFFFF"/>
                </a:solidFill>
                <a:latin typeface="Arial"/>
                <a:ea typeface="Arial"/>
                <a:cs typeface="Arial"/>
              </a:defRPr>
            </a:lvl5pPr>
            <a:lvl6pPr algn="ctr">
              <a:defRPr sz="1875" b="1">
                <a:solidFill>
                  <a:srgbClr val="FFFFFF"/>
                </a:solidFill>
                <a:latin typeface="Arial"/>
                <a:ea typeface="Arial"/>
                <a:cs typeface="Arial"/>
              </a:defRPr>
            </a:lvl6pPr>
            <a:lvl7pPr algn="ctr">
              <a:defRPr sz="1875" b="1">
                <a:solidFill>
                  <a:srgbClr val="FFFFFF"/>
                </a:solidFill>
                <a:latin typeface="Arial"/>
                <a:ea typeface="Arial"/>
                <a:cs typeface="Arial"/>
              </a:defRPr>
            </a:lvl7pPr>
            <a:lvl8pPr algn="ctr">
              <a:defRPr sz="1875" b="1">
                <a:solidFill>
                  <a:srgbClr val="FFFFFF"/>
                </a:solidFill>
                <a:latin typeface="Arial"/>
                <a:ea typeface="Arial"/>
                <a:cs typeface="Arial"/>
              </a:defRPr>
            </a:lvl8pPr>
            <a:lvl9pPr algn="ctr">
              <a:defRPr sz="1875" b="1">
                <a:solidFill>
                  <a:srgbClr val="FFFFFF"/>
                </a:solidFill>
                <a:latin typeface="Arial"/>
                <a:ea typeface="Arial"/>
                <a:cs typeface="Arial"/>
              </a:defRPr>
            </a:lvl9p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939DBBA-09CE-49EE-81DF-72D400A27F0D}"/>
              </a:ext>
            </a:extLst>
          </p:cNvPr>
          <p:cNvSpPr>
            <a:spLocks noGrp="1"/>
          </p:cNvSpPr>
          <p:nvPr/>
        </p:nvSpPr>
        <p:spPr>
          <a:xfrm>
            <a:off x="8667750" y="2781300"/>
            <a:ext cx="2762250" cy="428625"/>
          </a:xfrm>
          <a:prstGeom prst="rect">
            <a:avLst/>
          </a:prstGeom>
          <a:noFill/>
          <a:ln w="0">
            <a:noFill/>
            <a:prstDash val="solid"/>
          </a:ln>
        </p:spPr>
        <p:txBody>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HUMAN ROLE</a:t>
            </a:r>
          </a:p>
        </p:txBody>
      </p:sp>
      <p:sp>
        <p:nvSpPr>
          <p:cNvPr id="14" name="Rectangle 13">
            <a:extLst>
              <a:ext uri="{FF2B5EF4-FFF2-40B4-BE49-F238E27FC236}">
                <a16:creationId xmlns:a16="http://schemas.microsoft.com/office/drawing/2014/main" id="{0CEA3B0A-A8B7-4FA0-B087-48F86F4E2A35}"/>
              </a:ext>
            </a:extLst>
          </p:cNvPr>
          <p:cNvSpPr>
            <a:spLocks noGrp="1"/>
          </p:cNvSpPr>
          <p:nvPr/>
        </p:nvSpPr>
        <p:spPr>
          <a:xfrm>
            <a:off x="8743950" y="3381375"/>
            <a:ext cx="2609850" cy="1000125"/>
          </a:xfrm>
          <a:prstGeom prst="rect">
            <a:avLst/>
          </a:prstGeom>
          <a:noFill/>
          <a:ln w="0">
            <a:noFill/>
            <a:prstDash val="solid"/>
          </a:ln>
        </p:spPr>
        <p:txBody>
          <a:bodyPr anchor="ctr"/>
          <a:lstStyle>
            <a:defPPr algn="ctr">
              <a:defRPr sz="1725">
                <a:solidFill>
                  <a:srgbClr val="EEF3F7"/>
                </a:solidFill>
                <a:latin typeface="Arial"/>
                <a:ea typeface="Arial"/>
                <a:cs typeface="Arial"/>
              </a:defRPr>
            </a:defPPr>
            <a:lvl1pPr algn="ctr">
              <a:defRPr sz="1725">
                <a:solidFill>
                  <a:srgbClr val="EEF3F7"/>
                </a:solidFill>
                <a:latin typeface="Arial"/>
                <a:ea typeface="Arial"/>
                <a:cs typeface="Arial"/>
              </a:defRPr>
            </a:lvl1pPr>
            <a:lvl2pPr algn="ctr">
              <a:defRPr sz="1725">
                <a:solidFill>
                  <a:srgbClr val="EEF3F7"/>
                </a:solidFill>
                <a:latin typeface="Arial"/>
                <a:ea typeface="Arial"/>
                <a:cs typeface="Arial"/>
              </a:defRPr>
            </a:lvl2pPr>
            <a:lvl3pPr algn="ctr">
              <a:defRPr sz="1725">
                <a:solidFill>
                  <a:srgbClr val="EEF3F7"/>
                </a:solidFill>
                <a:latin typeface="Arial"/>
                <a:ea typeface="Arial"/>
                <a:cs typeface="Arial"/>
              </a:defRPr>
            </a:lvl3pPr>
            <a:lvl4pPr algn="ctr">
              <a:defRPr sz="1725">
                <a:solidFill>
                  <a:srgbClr val="EEF3F7"/>
                </a:solidFill>
                <a:latin typeface="Arial"/>
                <a:ea typeface="Arial"/>
                <a:cs typeface="Arial"/>
              </a:defRPr>
            </a:lvl4pPr>
            <a:lvl5pPr algn="ctr">
              <a:defRPr sz="1725">
                <a:solidFill>
                  <a:srgbClr val="EEF3F7"/>
                </a:solidFill>
                <a:latin typeface="Arial"/>
                <a:ea typeface="Arial"/>
                <a:cs typeface="Arial"/>
              </a:defRPr>
            </a:lvl5pPr>
            <a:lvl6pPr algn="ctr">
              <a:defRPr sz="1725">
                <a:solidFill>
                  <a:srgbClr val="EEF3F7"/>
                </a:solidFill>
                <a:latin typeface="Arial"/>
                <a:ea typeface="Arial"/>
                <a:cs typeface="Arial"/>
              </a:defRPr>
            </a:lvl6pPr>
            <a:lvl7pPr algn="ctr">
              <a:defRPr sz="1725">
                <a:solidFill>
                  <a:srgbClr val="EEF3F7"/>
                </a:solidFill>
                <a:latin typeface="Arial"/>
                <a:ea typeface="Arial"/>
                <a:cs typeface="Arial"/>
              </a:defRPr>
            </a:lvl7pPr>
            <a:lvl8pPr algn="ctr">
              <a:defRPr sz="1725">
                <a:solidFill>
                  <a:srgbClr val="EEF3F7"/>
                </a:solidFill>
                <a:latin typeface="Arial"/>
                <a:ea typeface="Arial"/>
                <a:cs typeface="Arial"/>
              </a:defRPr>
            </a:lvl8pPr>
            <a:lvl9pPr algn="ctr">
              <a:defRPr sz="1725">
                <a:solidFill>
                  <a:srgbClr val="EEF3F7"/>
                </a:solidFill>
                <a:latin typeface="Arial"/>
                <a:ea typeface="Arial"/>
                <a:cs typeface="Arial"/>
              </a:defRPr>
            </a:lvl9pPr>
          </a:lstStyle>
          <a:p>
            <a:pPr algn="ctr">
              <a:defRPr sz="1725">
                <a:solidFill>
                  <a:srgbClr val="EEF3F7"/>
                </a:solidFill>
                <a:latin typeface="Arial"/>
                <a:ea typeface="Arial"/>
                <a:cs typeface="Arial"/>
              </a:defRPr>
            </a:pPr>
            <a:r>
              <a:rPr sz="1725">
                <a:solidFill>
                  <a:srgbClr val="EEF3F7"/>
                </a:solidFill>
                <a:latin typeface="Arial"/>
                <a:ea typeface="Arial"/>
                <a:cs typeface="Arial"/>
              </a:rPr>
              <a:t>Confirm owners, policy, sequence, and tone</a:t>
            </a:r>
          </a:p>
        </p:txBody>
      </p:sp>
      <p:sp>
        <p:nvSpPr>
          <p:cNvPr id="15" name="Rectangle 14">
            <a:extLst>
              <a:ext uri="{FF2B5EF4-FFF2-40B4-BE49-F238E27FC236}">
                <a16:creationId xmlns:a16="http://schemas.microsoft.com/office/drawing/2014/main" id="{D936B3E5-3C47-4CF7-9824-44BDBEF12BF5}"/>
              </a:ext>
            </a:extLst>
          </p:cNvPr>
          <p:cNvSpPr>
            <a:spLocks noGrp="1"/>
          </p:cNvSpPr>
          <p:nvPr/>
        </p:nvSpPr>
        <p:spPr>
          <a:xfrm>
            <a:off x="1905000" y="5286375"/>
            <a:ext cx="8382000" cy="476250"/>
          </a:xfrm>
          <a:prstGeom prst="rect">
            <a:avLst/>
          </a:prstGeom>
          <a:noFill/>
          <a:ln w="0">
            <a:noFill/>
            <a:prstDash val="solid"/>
          </a:ln>
        </p:spPr>
        <p:txBody>
          <a:bodyPr/>
          <a:lstStyle>
            <a:defPPr algn="ctr">
              <a:defRPr sz="1800" b="1">
                <a:solidFill>
                  <a:srgbClr val="FFFFFF"/>
                </a:solidFill>
                <a:latin typeface="Arial"/>
                <a:ea typeface="Arial"/>
                <a:cs typeface="Arial"/>
              </a:defRPr>
            </a:defPPr>
            <a:lvl1pPr algn="ctr">
              <a:defRPr sz="1800" b="1">
                <a:solidFill>
                  <a:srgbClr val="FFFFFF"/>
                </a:solidFill>
                <a:latin typeface="Arial"/>
                <a:ea typeface="Arial"/>
                <a:cs typeface="Arial"/>
              </a:defRPr>
            </a:lvl1pPr>
            <a:lvl2pPr algn="ctr">
              <a:defRPr sz="1800" b="1">
                <a:solidFill>
                  <a:srgbClr val="FFFFFF"/>
                </a:solidFill>
                <a:latin typeface="Arial"/>
                <a:ea typeface="Arial"/>
                <a:cs typeface="Arial"/>
              </a:defRPr>
            </a:lvl2pPr>
            <a:lvl3pPr algn="ctr">
              <a:defRPr sz="1800" b="1">
                <a:solidFill>
                  <a:srgbClr val="FFFFFF"/>
                </a:solidFill>
                <a:latin typeface="Arial"/>
                <a:ea typeface="Arial"/>
                <a:cs typeface="Arial"/>
              </a:defRPr>
            </a:lvl3pPr>
            <a:lvl4pPr algn="ctr">
              <a:defRPr sz="1800" b="1">
                <a:solidFill>
                  <a:srgbClr val="FFFFFF"/>
                </a:solidFill>
                <a:latin typeface="Arial"/>
                <a:ea typeface="Arial"/>
                <a:cs typeface="Arial"/>
              </a:defRPr>
            </a:lvl4pPr>
            <a:lvl5pPr algn="ctr">
              <a:defRPr sz="1800" b="1">
                <a:solidFill>
                  <a:srgbClr val="FFFFFF"/>
                </a:solidFill>
                <a:latin typeface="Arial"/>
                <a:ea typeface="Arial"/>
                <a:cs typeface="Arial"/>
              </a:defRPr>
            </a:lvl5pPr>
            <a:lvl6pPr algn="ctr">
              <a:defRPr sz="1800" b="1">
                <a:solidFill>
                  <a:srgbClr val="FFFFFF"/>
                </a:solidFill>
                <a:latin typeface="Arial"/>
                <a:ea typeface="Arial"/>
                <a:cs typeface="Arial"/>
              </a:defRPr>
            </a:lvl6pPr>
            <a:lvl7pPr algn="ctr">
              <a:defRPr sz="1800" b="1">
                <a:solidFill>
                  <a:srgbClr val="FFFFFF"/>
                </a:solidFill>
                <a:latin typeface="Arial"/>
                <a:ea typeface="Arial"/>
                <a:cs typeface="Arial"/>
              </a:defRPr>
            </a:lvl7pPr>
            <a:lvl8pPr algn="ctr">
              <a:defRPr sz="1800" b="1">
                <a:solidFill>
                  <a:srgbClr val="FFFFFF"/>
                </a:solidFill>
                <a:latin typeface="Arial"/>
                <a:ea typeface="Arial"/>
                <a:cs typeface="Arial"/>
              </a:defRPr>
            </a:lvl8pPr>
            <a:lvl9pPr algn="ctr">
              <a:defRPr sz="1800" b="1">
                <a:solidFill>
                  <a:srgbClr val="FFFFFF"/>
                </a:solidFill>
                <a:latin typeface="Arial"/>
                <a:ea typeface="Arial"/>
                <a:cs typeface="Arial"/>
              </a:defRPr>
            </a:lvl9p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Use AI to structure the work. Keep service commitments human.</a:t>
            </a:r>
          </a:p>
        </p:txBody>
      </p:sp>
    </p:spTree>
    <p:extLst>
      <p:ext uri="{BB962C8B-B14F-4D97-AF65-F5344CB8AC3E}">
        <p14:creationId xmlns:p14="http://schemas.microsoft.com/office/powerpoint/2010/main" val="1665833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47AF8A5-1CB8-4CC3-8E29-A74371E1397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CDCFC615-3656-4F05-80AE-294B170E481B}"/>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003C72"/>
                </a:solidFill>
                <a:latin typeface="Arial"/>
                <a:ea typeface="Arial"/>
                <a:cs typeface="Arial"/>
              </a:defRPr>
            </a:defPPr>
            <a:lvl1pPr>
              <a:defRPr sz="3150" b="1">
                <a:solidFill>
                  <a:srgbClr val="003C72"/>
                </a:solidFill>
                <a:latin typeface="Arial"/>
                <a:ea typeface="Arial"/>
                <a:cs typeface="Arial"/>
              </a:defRPr>
            </a:lvl1pPr>
            <a:lvl2pPr>
              <a:defRPr sz="3150" b="1">
                <a:solidFill>
                  <a:srgbClr val="003C72"/>
                </a:solidFill>
                <a:latin typeface="Arial"/>
                <a:ea typeface="Arial"/>
                <a:cs typeface="Arial"/>
              </a:defRPr>
            </a:lvl2pPr>
            <a:lvl3pPr>
              <a:defRPr sz="3150" b="1">
                <a:solidFill>
                  <a:srgbClr val="003C72"/>
                </a:solidFill>
                <a:latin typeface="Arial"/>
                <a:ea typeface="Arial"/>
                <a:cs typeface="Arial"/>
              </a:defRPr>
            </a:lvl3pPr>
            <a:lvl4pPr>
              <a:defRPr sz="3150" b="1">
                <a:solidFill>
                  <a:srgbClr val="003C72"/>
                </a:solidFill>
                <a:latin typeface="Arial"/>
                <a:ea typeface="Arial"/>
                <a:cs typeface="Arial"/>
              </a:defRPr>
            </a:lvl4pPr>
            <a:lvl5pPr>
              <a:defRPr sz="3150" b="1">
                <a:solidFill>
                  <a:srgbClr val="003C72"/>
                </a:solidFill>
                <a:latin typeface="Arial"/>
                <a:ea typeface="Arial"/>
                <a:cs typeface="Arial"/>
              </a:defRPr>
            </a:lvl5pPr>
            <a:lvl6pPr>
              <a:defRPr sz="3150" b="1">
                <a:solidFill>
                  <a:srgbClr val="003C72"/>
                </a:solidFill>
                <a:latin typeface="Arial"/>
                <a:ea typeface="Arial"/>
                <a:cs typeface="Arial"/>
              </a:defRPr>
            </a:lvl6pPr>
            <a:lvl7pPr>
              <a:defRPr sz="3150" b="1">
                <a:solidFill>
                  <a:srgbClr val="003C72"/>
                </a:solidFill>
                <a:latin typeface="Arial"/>
                <a:ea typeface="Arial"/>
                <a:cs typeface="Arial"/>
              </a:defRPr>
            </a:lvl7pPr>
            <a:lvl8pPr>
              <a:defRPr sz="3150" b="1">
                <a:solidFill>
                  <a:srgbClr val="003C72"/>
                </a:solidFill>
                <a:latin typeface="Arial"/>
                <a:ea typeface="Arial"/>
                <a:cs typeface="Arial"/>
              </a:defRPr>
            </a:lvl8pPr>
            <a:lvl9pPr>
              <a:defRPr sz="3150" b="1">
                <a:solidFill>
                  <a:srgbClr val="003C72"/>
                </a:solidFill>
                <a:latin typeface="Arial"/>
                <a:ea typeface="Arial"/>
                <a:cs typeface="Arial"/>
              </a:defRPr>
            </a:lvl9pPr>
          </a:lstStyle>
          <a:p>
            <a:pPr>
              <a:defRPr sz="3150" b="1">
                <a:solidFill>
                  <a:srgbClr val="003C72"/>
                </a:solidFill>
                <a:latin typeface="Arial"/>
                <a:ea typeface="Arial"/>
                <a:cs typeface="Arial"/>
              </a:defRPr>
            </a:pPr>
            <a:r>
              <a:rPr sz="3150" b="1" dirty="0">
                <a:solidFill>
                  <a:srgbClr val="003C72"/>
                </a:solidFill>
                <a:latin typeface="Arial"/>
                <a:ea typeface="Arial"/>
                <a:cs typeface="Arial"/>
              </a:rPr>
              <a:t>Your </a:t>
            </a:r>
            <a:r>
              <a:rPr lang="en-US" sz="3150" b="1" dirty="0">
                <a:solidFill>
                  <a:srgbClr val="003C72"/>
                </a:solidFill>
                <a:latin typeface="Arial"/>
                <a:ea typeface="Arial"/>
                <a:cs typeface="Arial"/>
              </a:rPr>
              <a:t>T</a:t>
            </a:r>
            <a:r>
              <a:rPr sz="3150" b="1" dirty="0">
                <a:solidFill>
                  <a:srgbClr val="003C72"/>
                </a:solidFill>
                <a:latin typeface="Arial"/>
                <a:ea typeface="Arial"/>
                <a:cs typeface="Arial"/>
              </a:rPr>
              <a:t>urn</a:t>
            </a:r>
          </a:p>
        </p:txBody>
      </p:sp>
      <p:sp>
        <p:nvSpPr>
          <p:cNvPr id="3" name="Rectangle 2">
            <a:extLst>
              <a:ext uri="{FF2B5EF4-FFF2-40B4-BE49-F238E27FC236}">
                <a16:creationId xmlns:a16="http://schemas.microsoft.com/office/drawing/2014/main" id="{8F13C5ED-25E4-4E19-AD4E-97FAE33257D4}"/>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96B7B6C3-C78D-4BF5-8575-425B844C390A}"/>
              </a:ext>
            </a:extLst>
          </p:cNvPr>
          <p:cNvSpPr>
            <a:spLocks noGrp="1"/>
          </p:cNvSpPr>
          <p:nvPr/>
        </p:nvSpPr>
        <p:spPr>
          <a:xfrm>
            <a:off x="857250" y="1809750"/>
            <a:ext cx="2428875" cy="2857500"/>
          </a:xfrm>
          <a:prstGeom prst="roundRect">
            <a:avLst>
              <a:gd name="adj" fmla="val 3137"/>
            </a:avLst>
          </a:prstGeom>
          <a:solidFill>
            <a:srgbClr val="FE5200"/>
          </a:solidFill>
          <a:ln w="0">
            <a:solidFill>
              <a:srgbClr val="FE5200"/>
            </a:solidFill>
            <a:prstDash val="solid"/>
          </a:ln>
        </p:spPr>
        <p:txBody>
          <a:bodyPr/>
          <a:lstStyle/>
          <a:p>
            <a:endParaRPr lang="en-US"/>
          </a:p>
        </p:txBody>
      </p:sp>
      <p:sp>
        <p:nvSpPr>
          <p:cNvPr id="5" name="Rectangle 4">
            <a:extLst>
              <a:ext uri="{FF2B5EF4-FFF2-40B4-BE49-F238E27FC236}">
                <a16:creationId xmlns:a16="http://schemas.microsoft.com/office/drawing/2014/main" id="{EAEC3197-AAE5-47BE-91B4-95BE5D8FCB85}"/>
              </a:ext>
            </a:extLst>
          </p:cNvPr>
          <p:cNvSpPr>
            <a:spLocks noGrp="1"/>
          </p:cNvSpPr>
          <p:nvPr/>
        </p:nvSpPr>
        <p:spPr>
          <a:xfrm>
            <a:off x="1285875" y="1995486"/>
            <a:ext cx="1571625" cy="1095375"/>
          </a:xfrm>
          <a:prstGeom prst="rect">
            <a:avLst/>
          </a:prstGeom>
          <a:noFill/>
          <a:ln w="0">
            <a:noFill/>
            <a:prstDash val="solid"/>
          </a:ln>
        </p:spPr>
        <p:txBody>
          <a:bodyPr/>
          <a:lstStyle>
            <a:defPPr algn="ctr">
              <a:defRPr sz="5850" b="1">
                <a:solidFill>
                  <a:srgbClr val="FFFFFF"/>
                </a:solidFill>
                <a:latin typeface="Arial"/>
                <a:ea typeface="Arial"/>
                <a:cs typeface="Arial"/>
              </a:defRPr>
            </a:defPPr>
            <a:lvl1pPr algn="ctr">
              <a:defRPr sz="5850" b="1">
                <a:solidFill>
                  <a:srgbClr val="FFFFFF"/>
                </a:solidFill>
                <a:latin typeface="Arial"/>
                <a:ea typeface="Arial"/>
                <a:cs typeface="Arial"/>
              </a:defRPr>
            </a:lvl1pPr>
            <a:lvl2pPr algn="ctr">
              <a:defRPr sz="5850" b="1">
                <a:solidFill>
                  <a:srgbClr val="FFFFFF"/>
                </a:solidFill>
                <a:latin typeface="Arial"/>
                <a:ea typeface="Arial"/>
                <a:cs typeface="Arial"/>
              </a:defRPr>
            </a:lvl2pPr>
            <a:lvl3pPr algn="ctr">
              <a:defRPr sz="5850" b="1">
                <a:solidFill>
                  <a:srgbClr val="FFFFFF"/>
                </a:solidFill>
                <a:latin typeface="Arial"/>
                <a:ea typeface="Arial"/>
                <a:cs typeface="Arial"/>
              </a:defRPr>
            </a:lvl3pPr>
            <a:lvl4pPr algn="ctr">
              <a:defRPr sz="5850" b="1">
                <a:solidFill>
                  <a:srgbClr val="FFFFFF"/>
                </a:solidFill>
                <a:latin typeface="Arial"/>
                <a:ea typeface="Arial"/>
                <a:cs typeface="Arial"/>
              </a:defRPr>
            </a:lvl4pPr>
            <a:lvl5pPr algn="ctr">
              <a:defRPr sz="5850" b="1">
                <a:solidFill>
                  <a:srgbClr val="FFFFFF"/>
                </a:solidFill>
                <a:latin typeface="Arial"/>
                <a:ea typeface="Arial"/>
                <a:cs typeface="Arial"/>
              </a:defRPr>
            </a:lvl5pPr>
            <a:lvl6pPr algn="ctr">
              <a:defRPr sz="5850" b="1">
                <a:solidFill>
                  <a:srgbClr val="FFFFFF"/>
                </a:solidFill>
                <a:latin typeface="Arial"/>
                <a:ea typeface="Arial"/>
                <a:cs typeface="Arial"/>
              </a:defRPr>
            </a:lvl6pPr>
            <a:lvl7pPr algn="ctr">
              <a:defRPr sz="5850" b="1">
                <a:solidFill>
                  <a:srgbClr val="FFFFFF"/>
                </a:solidFill>
                <a:latin typeface="Arial"/>
                <a:ea typeface="Arial"/>
                <a:cs typeface="Arial"/>
              </a:defRPr>
            </a:lvl7pPr>
            <a:lvl8pPr algn="ctr">
              <a:defRPr sz="5850" b="1">
                <a:solidFill>
                  <a:srgbClr val="FFFFFF"/>
                </a:solidFill>
                <a:latin typeface="Arial"/>
                <a:ea typeface="Arial"/>
                <a:cs typeface="Arial"/>
              </a:defRPr>
            </a:lvl8pPr>
            <a:lvl9pPr algn="ctr">
              <a:defRPr sz="5850" b="1">
                <a:solidFill>
                  <a:srgbClr val="FFFFFF"/>
                </a:solidFill>
                <a:latin typeface="Arial"/>
                <a:ea typeface="Arial"/>
                <a:cs typeface="Arial"/>
              </a:defRPr>
            </a:lvl9pPr>
          </a:lstStyle>
          <a:p>
            <a:pPr algn="ctr">
              <a:defRPr sz="5850" b="1">
                <a:solidFill>
                  <a:srgbClr val="FFFFFF"/>
                </a:solidFill>
                <a:latin typeface="Arial"/>
                <a:ea typeface="Arial"/>
                <a:cs typeface="Arial"/>
              </a:defRPr>
            </a:pPr>
            <a:r>
              <a:rPr lang="en-US" sz="2400" b="1" dirty="0">
                <a:solidFill>
                  <a:srgbClr val="FFFFFF"/>
                </a:solidFill>
                <a:latin typeface="Arial"/>
                <a:ea typeface="Arial"/>
                <a:cs typeface="Arial"/>
              </a:rPr>
              <a:t>CHOOSE ONE</a:t>
            </a:r>
            <a:endParaRPr sz="2400" b="1" dirty="0">
              <a:solidFill>
                <a:srgbClr val="FFFFFF"/>
              </a:solidFill>
              <a:latin typeface="Arial"/>
              <a:ea typeface="Arial"/>
              <a:cs typeface="Arial"/>
            </a:endParaRPr>
          </a:p>
        </p:txBody>
      </p:sp>
      <p:sp>
        <p:nvSpPr>
          <p:cNvPr id="6" name="Rectangle 5">
            <a:extLst>
              <a:ext uri="{FF2B5EF4-FFF2-40B4-BE49-F238E27FC236}">
                <a16:creationId xmlns:a16="http://schemas.microsoft.com/office/drawing/2014/main" id="{20449080-0097-44C6-9E9A-E609BDF4B1BA}"/>
              </a:ext>
            </a:extLst>
          </p:cNvPr>
          <p:cNvSpPr>
            <a:spLocks noGrp="1"/>
          </p:cNvSpPr>
          <p:nvPr/>
        </p:nvSpPr>
        <p:spPr>
          <a:xfrm>
            <a:off x="1285875" y="3238500"/>
            <a:ext cx="1571625" cy="438150"/>
          </a:xfrm>
          <a:prstGeom prst="rect">
            <a:avLst/>
          </a:prstGeom>
          <a:noFill/>
          <a:ln w="0">
            <a:noFill/>
            <a:prstDash val="solid"/>
          </a:ln>
        </p:spPr>
        <p:txBody>
          <a:bodyPr/>
          <a:lstStyle>
            <a:defPPr algn="ctr">
              <a:defRPr sz="1725" b="1">
                <a:solidFill>
                  <a:srgbClr val="FFFFFF"/>
                </a:solidFill>
                <a:latin typeface="Arial"/>
                <a:ea typeface="Arial"/>
                <a:cs typeface="Arial"/>
              </a:defRPr>
            </a:defPPr>
            <a:lvl1pPr algn="ctr">
              <a:defRPr sz="1725" b="1">
                <a:solidFill>
                  <a:srgbClr val="FFFFFF"/>
                </a:solidFill>
                <a:latin typeface="Arial"/>
                <a:ea typeface="Arial"/>
                <a:cs typeface="Arial"/>
              </a:defRPr>
            </a:lvl1pPr>
            <a:lvl2pPr algn="ctr">
              <a:defRPr sz="1725" b="1">
                <a:solidFill>
                  <a:srgbClr val="FFFFFF"/>
                </a:solidFill>
                <a:latin typeface="Arial"/>
                <a:ea typeface="Arial"/>
                <a:cs typeface="Arial"/>
              </a:defRPr>
            </a:lvl2pPr>
            <a:lvl3pPr algn="ctr">
              <a:defRPr sz="1725" b="1">
                <a:solidFill>
                  <a:srgbClr val="FFFFFF"/>
                </a:solidFill>
                <a:latin typeface="Arial"/>
                <a:ea typeface="Arial"/>
                <a:cs typeface="Arial"/>
              </a:defRPr>
            </a:lvl3pPr>
            <a:lvl4pPr algn="ctr">
              <a:defRPr sz="1725" b="1">
                <a:solidFill>
                  <a:srgbClr val="FFFFFF"/>
                </a:solidFill>
                <a:latin typeface="Arial"/>
                <a:ea typeface="Arial"/>
                <a:cs typeface="Arial"/>
              </a:defRPr>
            </a:lvl4pPr>
            <a:lvl5pPr algn="ctr">
              <a:defRPr sz="1725" b="1">
                <a:solidFill>
                  <a:srgbClr val="FFFFFF"/>
                </a:solidFill>
                <a:latin typeface="Arial"/>
                <a:ea typeface="Arial"/>
                <a:cs typeface="Arial"/>
              </a:defRPr>
            </a:lvl5pPr>
            <a:lvl6pPr algn="ctr">
              <a:defRPr sz="1725" b="1">
                <a:solidFill>
                  <a:srgbClr val="FFFFFF"/>
                </a:solidFill>
                <a:latin typeface="Arial"/>
                <a:ea typeface="Arial"/>
                <a:cs typeface="Arial"/>
              </a:defRPr>
            </a:lvl6pPr>
            <a:lvl7pPr algn="ctr">
              <a:defRPr sz="1725" b="1">
                <a:solidFill>
                  <a:srgbClr val="FFFFFF"/>
                </a:solidFill>
                <a:latin typeface="Arial"/>
                <a:ea typeface="Arial"/>
                <a:cs typeface="Arial"/>
              </a:defRPr>
            </a:lvl7pPr>
            <a:lvl8pPr algn="ctr">
              <a:defRPr sz="1725" b="1">
                <a:solidFill>
                  <a:srgbClr val="FFFFFF"/>
                </a:solidFill>
                <a:latin typeface="Arial"/>
                <a:ea typeface="Arial"/>
                <a:cs typeface="Arial"/>
              </a:defRPr>
            </a:lvl8pPr>
            <a:lvl9pPr algn="ctr">
              <a:defRPr sz="1725" b="1">
                <a:solidFill>
                  <a:srgbClr val="FFFFFF"/>
                </a:solidFill>
                <a:latin typeface="Arial"/>
                <a:ea typeface="Arial"/>
                <a:cs typeface="Arial"/>
              </a:defRPr>
            </a:lvl9pPr>
          </a:lstStyle>
          <a:p>
            <a:pPr algn="ctr">
              <a:defRPr sz="1725" b="1">
                <a:solidFill>
                  <a:srgbClr val="FFFFFF"/>
                </a:solidFill>
                <a:latin typeface="Arial"/>
                <a:ea typeface="Arial"/>
                <a:cs typeface="Arial"/>
              </a:defRPr>
            </a:pPr>
            <a:r>
              <a:rPr lang="en-US" sz="1725" b="1" dirty="0">
                <a:solidFill>
                  <a:srgbClr val="FFFFFF"/>
                </a:solidFill>
                <a:latin typeface="Arial"/>
                <a:ea typeface="Arial"/>
                <a:cs typeface="Arial"/>
              </a:rPr>
              <a:t>RECURRING TASK</a:t>
            </a:r>
            <a:endParaRPr sz="1725" b="1" dirty="0">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F05A364-C842-4B9A-B67D-88E556475890}"/>
              </a:ext>
            </a:extLst>
          </p:cNvPr>
          <p:cNvSpPr>
            <a:spLocks noGrp="1"/>
          </p:cNvSpPr>
          <p:nvPr/>
        </p:nvSpPr>
        <p:spPr>
          <a:xfrm>
            <a:off x="1190624" y="3648076"/>
            <a:ext cx="1762125" cy="723900"/>
          </a:xfrm>
          <a:prstGeom prst="rect">
            <a:avLst/>
          </a:prstGeom>
          <a:noFill/>
          <a:ln w="0">
            <a:noFill/>
            <a:prstDash val="solid"/>
          </a:ln>
        </p:spPr>
        <p:txBody>
          <a:bodyPr/>
          <a:lstStyle>
            <a:defPPr algn="ctr">
              <a:defRPr sz="1425">
                <a:solidFill>
                  <a:srgbClr val="FFFFFF"/>
                </a:solidFill>
                <a:latin typeface="Arial"/>
                <a:ea typeface="Arial"/>
                <a:cs typeface="Arial"/>
              </a:defRPr>
            </a:defPPr>
            <a:lvl1pPr algn="ctr">
              <a:defRPr sz="1425">
                <a:solidFill>
                  <a:srgbClr val="FFFFFF"/>
                </a:solidFill>
                <a:latin typeface="Arial"/>
                <a:ea typeface="Arial"/>
                <a:cs typeface="Arial"/>
              </a:defRPr>
            </a:lvl1pPr>
            <a:lvl2pPr algn="ctr">
              <a:defRPr sz="1425">
                <a:solidFill>
                  <a:srgbClr val="FFFFFF"/>
                </a:solidFill>
                <a:latin typeface="Arial"/>
                <a:ea typeface="Arial"/>
                <a:cs typeface="Arial"/>
              </a:defRPr>
            </a:lvl2pPr>
            <a:lvl3pPr algn="ctr">
              <a:defRPr sz="1425">
                <a:solidFill>
                  <a:srgbClr val="FFFFFF"/>
                </a:solidFill>
                <a:latin typeface="Arial"/>
                <a:ea typeface="Arial"/>
                <a:cs typeface="Arial"/>
              </a:defRPr>
            </a:lvl3pPr>
            <a:lvl4pPr algn="ctr">
              <a:defRPr sz="1425">
                <a:solidFill>
                  <a:srgbClr val="FFFFFF"/>
                </a:solidFill>
                <a:latin typeface="Arial"/>
                <a:ea typeface="Arial"/>
                <a:cs typeface="Arial"/>
              </a:defRPr>
            </a:lvl4pPr>
            <a:lvl5pPr algn="ctr">
              <a:defRPr sz="1425">
                <a:solidFill>
                  <a:srgbClr val="FFFFFF"/>
                </a:solidFill>
                <a:latin typeface="Arial"/>
                <a:ea typeface="Arial"/>
                <a:cs typeface="Arial"/>
              </a:defRPr>
            </a:lvl5pPr>
            <a:lvl6pPr algn="ctr">
              <a:defRPr sz="1425">
                <a:solidFill>
                  <a:srgbClr val="FFFFFF"/>
                </a:solidFill>
                <a:latin typeface="Arial"/>
                <a:ea typeface="Arial"/>
                <a:cs typeface="Arial"/>
              </a:defRPr>
            </a:lvl6pPr>
            <a:lvl7pPr algn="ctr">
              <a:defRPr sz="1425">
                <a:solidFill>
                  <a:srgbClr val="FFFFFF"/>
                </a:solidFill>
                <a:latin typeface="Arial"/>
                <a:ea typeface="Arial"/>
                <a:cs typeface="Arial"/>
              </a:defRPr>
            </a:lvl7pPr>
            <a:lvl8pPr algn="ctr">
              <a:defRPr sz="1425">
                <a:solidFill>
                  <a:srgbClr val="FFFFFF"/>
                </a:solidFill>
                <a:latin typeface="Arial"/>
                <a:ea typeface="Arial"/>
                <a:cs typeface="Arial"/>
              </a:defRPr>
            </a:lvl8pPr>
            <a:lvl9pPr algn="ctr">
              <a:defRPr sz="1425">
                <a:solidFill>
                  <a:srgbClr val="FFFFFF"/>
                </a:solidFill>
                <a:latin typeface="Arial"/>
                <a:ea typeface="Arial"/>
                <a:cs typeface="Arial"/>
              </a:defRPr>
            </a:lvl9pPr>
          </a:lstStyle>
          <a:p>
            <a:pPr algn="ctr">
              <a:defRPr sz="1425">
                <a:solidFill>
                  <a:srgbClr val="FFFFFF"/>
                </a:solidFill>
                <a:latin typeface="Arial"/>
                <a:ea typeface="Arial"/>
                <a:cs typeface="Arial"/>
              </a:defRPr>
            </a:pPr>
            <a:endParaRPr sz="1425" dirty="0">
              <a:solidFill>
                <a:srgbClr val="FFFFFF"/>
              </a:solidFill>
              <a:latin typeface="Arial"/>
              <a:ea typeface="Arial"/>
              <a:cs typeface="Arial"/>
            </a:endParaRPr>
          </a:p>
        </p:txBody>
      </p:sp>
      <p:sp>
        <p:nvSpPr>
          <p:cNvPr id="8" name="Rectangle: Rounded Corners 7">
            <a:extLst>
              <a:ext uri="{FF2B5EF4-FFF2-40B4-BE49-F238E27FC236}">
                <a16:creationId xmlns:a16="http://schemas.microsoft.com/office/drawing/2014/main" id="{D16328D5-539A-4B5F-9EB6-16160B4B2732}"/>
              </a:ext>
            </a:extLst>
          </p:cNvPr>
          <p:cNvSpPr>
            <a:spLocks noGrp="1"/>
          </p:cNvSpPr>
          <p:nvPr/>
        </p:nvSpPr>
        <p:spPr>
          <a:xfrm>
            <a:off x="3857625" y="1809750"/>
            <a:ext cx="3524250" cy="2857500"/>
          </a:xfrm>
          <a:prstGeom prst="roundRect">
            <a:avLst>
              <a:gd name="adj" fmla="val 2667"/>
            </a:avLst>
          </a:prstGeom>
          <a:solidFill>
            <a:srgbClr val="EEF3F7"/>
          </a:solidFill>
          <a:ln w="19050">
            <a:solidFill>
              <a:srgbClr val="003C72"/>
            </a:solidFill>
            <a:prstDash val="solid"/>
          </a:ln>
        </p:spPr>
        <p:txBody>
          <a:bodyPr/>
          <a:lstStyle/>
          <a:p>
            <a:endParaRPr lang="en-US"/>
          </a:p>
        </p:txBody>
      </p:sp>
      <p:sp>
        <p:nvSpPr>
          <p:cNvPr id="9" name="Rectangle 8">
            <a:extLst>
              <a:ext uri="{FF2B5EF4-FFF2-40B4-BE49-F238E27FC236}">
                <a16:creationId xmlns:a16="http://schemas.microsoft.com/office/drawing/2014/main" id="{993B68CC-7902-4454-9ECC-59A4CD1BF658}"/>
              </a:ext>
            </a:extLst>
          </p:cNvPr>
          <p:cNvSpPr>
            <a:spLocks noGrp="1"/>
          </p:cNvSpPr>
          <p:nvPr/>
        </p:nvSpPr>
        <p:spPr>
          <a:xfrm>
            <a:off x="4086225" y="1981200"/>
            <a:ext cx="3067050" cy="457200"/>
          </a:xfrm>
          <a:prstGeom prst="rect">
            <a:avLst/>
          </a:prstGeom>
          <a:noFill/>
          <a:ln w="0">
            <a:noFill/>
            <a:prstDash val="solid"/>
          </a:ln>
        </p:spPr>
        <p:txBody>
          <a:bodyPr/>
          <a:lstStyle>
            <a:defPPr algn="l">
              <a:defRPr sz="1800" b="1">
                <a:solidFill>
                  <a:srgbClr val="003C72"/>
                </a:solidFill>
                <a:latin typeface="Arial"/>
                <a:ea typeface="Arial"/>
                <a:cs typeface="Arial"/>
              </a:defRPr>
            </a:defPPr>
            <a:lvl1pPr algn="l">
              <a:defRPr sz="1800" b="1">
                <a:solidFill>
                  <a:srgbClr val="003C72"/>
                </a:solidFill>
                <a:latin typeface="Arial"/>
                <a:ea typeface="Arial"/>
                <a:cs typeface="Arial"/>
              </a:defRPr>
            </a:lvl1pPr>
            <a:lvl2pPr algn="l">
              <a:defRPr sz="1800" b="1">
                <a:solidFill>
                  <a:srgbClr val="003C72"/>
                </a:solidFill>
                <a:latin typeface="Arial"/>
                <a:ea typeface="Arial"/>
                <a:cs typeface="Arial"/>
              </a:defRPr>
            </a:lvl2pPr>
            <a:lvl3pPr algn="l">
              <a:defRPr sz="1800" b="1">
                <a:solidFill>
                  <a:srgbClr val="003C72"/>
                </a:solidFill>
                <a:latin typeface="Arial"/>
                <a:ea typeface="Arial"/>
                <a:cs typeface="Arial"/>
              </a:defRPr>
            </a:lvl3pPr>
            <a:lvl4pPr algn="l">
              <a:defRPr sz="1800" b="1">
                <a:solidFill>
                  <a:srgbClr val="003C72"/>
                </a:solidFill>
                <a:latin typeface="Arial"/>
                <a:ea typeface="Arial"/>
                <a:cs typeface="Arial"/>
              </a:defRPr>
            </a:lvl4pPr>
            <a:lvl5pPr algn="l">
              <a:defRPr sz="1800" b="1">
                <a:solidFill>
                  <a:srgbClr val="003C72"/>
                </a:solidFill>
                <a:latin typeface="Arial"/>
                <a:ea typeface="Arial"/>
                <a:cs typeface="Arial"/>
              </a:defRPr>
            </a:lvl5pPr>
            <a:lvl6pPr algn="l">
              <a:defRPr sz="1800" b="1">
                <a:solidFill>
                  <a:srgbClr val="003C72"/>
                </a:solidFill>
                <a:latin typeface="Arial"/>
                <a:ea typeface="Arial"/>
                <a:cs typeface="Arial"/>
              </a:defRPr>
            </a:lvl6pPr>
            <a:lvl7pPr algn="l">
              <a:defRPr sz="1800" b="1">
                <a:solidFill>
                  <a:srgbClr val="003C72"/>
                </a:solidFill>
                <a:latin typeface="Arial"/>
                <a:ea typeface="Arial"/>
                <a:cs typeface="Arial"/>
              </a:defRPr>
            </a:lvl7pPr>
            <a:lvl8pPr algn="l">
              <a:defRPr sz="1800" b="1">
                <a:solidFill>
                  <a:srgbClr val="003C72"/>
                </a:solidFill>
                <a:latin typeface="Arial"/>
                <a:ea typeface="Arial"/>
                <a:cs typeface="Arial"/>
              </a:defRPr>
            </a:lvl8pPr>
            <a:lvl9pPr algn="l">
              <a:defRPr sz="1800" b="1">
                <a:solidFill>
                  <a:srgbClr val="003C72"/>
                </a:solidFill>
                <a:latin typeface="Arial"/>
                <a:ea typeface="Arial"/>
                <a:cs typeface="Arial"/>
              </a:defRPr>
            </a:lvl9pPr>
          </a:lstStyle>
          <a:p>
            <a:pPr algn="l">
              <a:defRPr sz="1800" b="1">
                <a:solidFill>
                  <a:srgbClr val="003C72"/>
                </a:solidFill>
                <a:latin typeface="Arial"/>
                <a:ea typeface="Arial"/>
                <a:cs typeface="Arial"/>
              </a:defRPr>
            </a:pPr>
            <a:r>
              <a:rPr lang="en-US" sz="1800" b="1" dirty="0">
                <a:solidFill>
                  <a:srgbClr val="003C72"/>
                </a:solidFill>
                <a:latin typeface="Arial"/>
                <a:ea typeface="Arial"/>
                <a:cs typeface="Arial"/>
              </a:rPr>
              <a:t>PROMPT</a:t>
            </a:r>
            <a:endParaRPr sz="1800" b="1" dirty="0">
              <a:solidFill>
                <a:srgbClr val="003C72"/>
              </a:solidFill>
              <a:latin typeface="Arial"/>
              <a:ea typeface="Arial"/>
              <a:cs typeface="Arial"/>
            </a:endParaRPr>
          </a:p>
        </p:txBody>
      </p:sp>
      <p:sp>
        <p:nvSpPr>
          <p:cNvPr id="10" name="Rectangle 9">
            <a:extLst>
              <a:ext uri="{FF2B5EF4-FFF2-40B4-BE49-F238E27FC236}">
                <a16:creationId xmlns:a16="http://schemas.microsoft.com/office/drawing/2014/main" id="{D80EE358-9FC3-4F6E-8E51-26F39F7512CA}"/>
              </a:ext>
            </a:extLst>
          </p:cNvPr>
          <p:cNvSpPr>
            <a:spLocks noGrp="1"/>
          </p:cNvSpPr>
          <p:nvPr/>
        </p:nvSpPr>
        <p:spPr>
          <a:xfrm>
            <a:off x="4086225" y="2533650"/>
            <a:ext cx="3067050" cy="1962150"/>
          </a:xfrm>
          <a:prstGeom prst="rect">
            <a:avLst/>
          </a:prstGeom>
          <a:noFill/>
          <a:ln w="0">
            <a:noFill/>
            <a:prstDash val="solid"/>
          </a:ln>
        </p:spPr>
        <p:txBody>
          <a:bodyPr anchor="ctr"/>
          <a:lstStyle>
            <a:defPPr algn="l">
              <a:defRPr sz="1725">
                <a:solidFill>
                  <a:srgbClr val="003C72"/>
                </a:solidFill>
                <a:latin typeface="Arial"/>
                <a:ea typeface="Arial"/>
                <a:cs typeface="Arial"/>
              </a:defRPr>
            </a:defPPr>
            <a:lvl1pPr algn="l">
              <a:defRPr sz="1725">
                <a:solidFill>
                  <a:srgbClr val="003C72"/>
                </a:solidFill>
                <a:latin typeface="Arial"/>
                <a:ea typeface="Arial"/>
                <a:cs typeface="Arial"/>
              </a:defRPr>
            </a:lvl1pPr>
            <a:lvl2pPr algn="l">
              <a:defRPr sz="1725">
                <a:solidFill>
                  <a:srgbClr val="003C72"/>
                </a:solidFill>
                <a:latin typeface="Arial"/>
                <a:ea typeface="Arial"/>
                <a:cs typeface="Arial"/>
              </a:defRPr>
            </a:lvl2pPr>
            <a:lvl3pPr algn="l">
              <a:defRPr sz="1725">
                <a:solidFill>
                  <a:srgbClr val="003C72"/>
                </a:solidFill>
                <a:latin typeface="Arial"/>
                <a:ea typeface="Arial"/>
                <a:cs typeface="Arial"/>
              </a:defRPr>
            </a:lvl3pPr>
            <a:lvl4pPr algn="l">
              <a:defRPr sz="1725">
                <a:solidFill>
                  <a:srgbClr val="003C72"/>
                </a:solidFill>
                <a:latin typeface="Arial"/>
                <a:ea typeface="Arial"/>
                <a:cs typeface="Arial"/>
              </a:defRPr>
            </a:lvl4pPr>
            <a:lvl5pPr algn="l">
              <a:defRPr sz="1725">
                <a:solidFill>
                  <a:srgbClr val="003C72"/>
                </a:solidFill>
                <a:latin typeface="Arial"/>
                <a:ea typeface="Arial"/>
                <a:cs typeface="Arial"/>
              </a:defRPr>
            </a:lvl5pPr>
            <a:lvl6pPr algn="l">
              <a:defRPr sz="1725">
                <a:solidFill>
                  <a:srgbClr val="003C72"/>
                </a:solidFill>
                <a:latin typeface="Arial"/>
                <a:ea typeface="Arial"/>
                <a:cs typeface="Arial"/>
              </a:defRPr>
            </a:lvl6pPr>
            <a:lvl7pPr algn="l">
              <a:defRPr sz="1725">
                <a:solidFill>
                  <a:srgbClr val="003C72"/>
                </a:solidFill>
                <a:latin typeface="Arial"/>
                <a:ea typeface="Arial"/>
                <a:cs typeface="Arial"/>
              </a:defRPr>
            </a:lvl7pPr>
            <a:lvl8pPr algn="l">
              <a:defRPr sz="1725">
                <a:solidFill>
                  <a:srgbClr val="003C72"/>
                </a:solidFill>
                <a:latin typeface="Arial"/>
                <a:ea typeface="Arial"/>
                <a:cs typeface="Arial"/>
              </a:defRPr>
            </a:lvl8pPr>
            <a:lvl9pPr algn="l">
              <a:defRPr sz="1725">
                <a:solidFill>
                  <a:srgbClr val="003C72"/>
                </a:solidFill>
                <a:latin typeface="Arial"/>
                <a:ea typeface="Arial"/>
                <a:cs typeface="Arial"/>
              </a:defRPr>
            </a:lvl9pPr>
          </a:lstStyle>
          <a:p>
            <a:pPr algn="l">
              <a:defRPr sz="1725">
                <a:solidFill>
                  <a:srgbClr val="003C72"/>
                </a:solidFill>
                <a:latin typeface="Arial"/>
                <a:ea typeface="Arial"/>
                <a:cs typeface="Arial"/>
              </a:defRPr>
            </a:pPr>
            <a:r>
              <a:rPr sz="1725" dirty="0">
                <a:solidFill>
                  <a:srgbClr val="003C72"/>
                </a:solidFill>
                <a:latin typeface="Arial"/>
                <a:ea typeface="Arial"/>
                <a:cs typeface="Arial"/>
              </a:rPr>
              <a:t>Use the four-part prompt starter.</a:t>
            </a:r>
          </a:p>
          <a:p>
            <a:endParaRPr sz="1725" dirty="0">
              <a:solidFill>
                <a:srgbClr val="003C72"/>
              </a:solidFill>
              <a:latin typeface="Arial"/>
              <a:ea typeface="Arial"/>
              <a:cs typeface="Arial"/>
            </a:endParaRPr>
          </a:p>
          <a:p>
            <a:pPr algn="l">
              <a:defRPr sz="1725">
                <a:solidFill>
                  <a:srgbClr val="003C72"/>
                </a:solidFill>
                <a:latin typeface="Arial"/>
                <a:ea typeface="Arial"/>
                <a:cs typeface="Arial"/>
              </a:defRPr>
            </a:pPr>
            <a:r>
              <a:rPr lang="en-US" dirty="0"/>
              <a:t>Try it in Copilot or talk through it with partner</a:t>
            </a:r>
            <a:r>
              <a:rPr sz="1725" dirty="0">
                <a:solidFill>
                  <a:srgbClr val="003C72"/>
                </a:solidFill>
                <a:latin typeface="Arial"/>
                <a:ea typeface="Arial"/>
                <a:cs typeface="Arial"/>
              </a:rPr>
              <a:t>.</a:t>
            </a:r>
            <a:endParaRPr lang="en-US" sz="1725" dirty="0">
              <a:solidFill>
                <a:srgbClr val="003C72"/>
              </a:solidFill>
              <a:latin typeface="Arial"/>
              <a:ea typeface="Arial"/>
              <a:cs typeface="Arial"/>
            </a:endParaRPr>
          </a:p>
          <a:p>
            <a:pPr algn="l">
              <a:defRPr sz="1725">
                <a:solidFill>
                  <a:srgbClr val="003C72"/>
                </a:solidFill>
                <a:latin typeface="Arial"/>
                <a:ea typeface="Arial"/>
                <a:cs typeface="Arial"/>
              </a:defRPr>
            </a:pPr>
            <a:endParaRPr lang="en-US" sz="1725" dirty="0">
              <a:solidFill>
                <a:srgbClr val="003C72"/>
              </a:solidFill>
              <a:latin typeface="Arial"/>
              <a:ea typeface="Arial"/>
              <a:cs typeface="Arial"/>
            </a:endParaRPr>
          </a:p>
          <a:p>
            <a:pPr>
              <a:defRPr sz="1725">
                <a:solidFill>
                  <a:srgbClr val="003C72"/>
                </a:solidFill>
                <a:latin typeface="Arial"/>
                <a:ea typeface="Arial"/>
                <a:cs typeface="Arial"/>
              </a:defRPr>
            </a:pPr>
            <a:r>
              <a:rPr lang="en-US" dirty="0"/>
              <a:t>https://copilot.com/</a:t>
            </a:r>
            <a:endParaRPr sz="1725" dirty="0">
              <a:solidFill>
                <a:srgbClr val="003C72"/>
              </a:solidFill>
              <a:latin typeface="Arial"/>
              <a:ea typeface="Arial"/>
              <a:cs typeface="Arial"/>
            </a:endParaRPr>
          </a:p>
        </p:txBody>
      </p:sp>
      <p:sp>
        <p:nvSpPr>
          <p:cNvPr id="11" name="Rectangle: Rounded Corners 10">
            <a:extLst>
              <a:ext uri="{FF2B5EF4-FFF2-40B4-BE49-F238E27FC236}">
                <a16:creationId xmlns:a16="http://schemas.microsoft.com/office/drawing/2014/main" id="{7CC8135D-72A8-497F-847F-23121F5EB395}"/>
              </a:ext>
            </a:extLst>
          </p:cNvPr>
          <p:cNvSpPr>
            <a:spLocks noGrp="1"/>
          </p:cNvSpPr>
          <p:nvPr/>
        </p:nvSpPr>
        <p:spPr>
          <a:xfrm>
            <a:off x="7810500" y="1809750"/>
            <a:ext cx="3524250" cy="2857500"/>
          </a:xfrm>
          <a:prstGeom prst="roundRect">
            <a:avLst>
              <a:gd name="adj" fmla="val 2667"/>
            </a:avLst>
          </a:prstGeom>
          <a:solidFill>
            <a:srgbClr val="FFFFFF"/>
          </a:solidFill>
          <a:ln w="19050">
            <a:solidFill>
              <a:srgbClr val="FE5200"/>
            </a:solidFill>
            <a:prstDash val="solid"/>
          </a:ln>
        </p:spPr>
        <p:txBody>
          <a:bodyPr/>
          <a:lstStyle/>
          <a:p>
            <a:endParaRPr lang="en-US"/>
          </a:p>
        </p:txBody>
      </p:sp>
      <p:sp>
        <p:nvSpPr>
          <p:cNvPr id="12" name="Rectangle 11">
            <a:extLst>
              <a:ext uri="{FF2B5EF4-FFF2-40B4-BE49-F238E27FC236}">
                <a16:creationId xmlns:a16="http://schemas.microsoft.com/office/drawing/2014/main" id="{AAC58C4B-AC85-4915-93CF-E61EF8A61CEE}"/>
              </a:ext>
            </a:extLst>
          </p:cNvPr>
          <p:cNvSpPr>
            <a:spLocks noGrp="1"/>
          </p:cNvSpPr>
          <p:nvPr/>
        </p:nvSpPr>
        <p:spPr>
          <a:xfrm>
            <a:off x="8039100" y="1981200"/>
            <a:ext cx="3067050" cy="457200"/>
          </a:xfrm>
          <a:prstGeom prst="rect">
            <a:avLst/>
          </a:prstGeom>
          <a:noFill/>
          <a:ln w="0">
            <a:noFill/>
            <a:prstDash val="solid"/>
          </a:ln>
        </p:spPr>
        <p:txBody>
          <a:bodyPr/>
          <a:lstStyle>
            <a:defPPr algn="l">
              <a:defRPr sz="1800" b="1">
                <a:solidFill>
                  <a:srgbClr val="FE5200"/>
                </a:solidFill>
                <a:latin typeface="Arial"/>
                <a:ea typeface="Arial"/>
                <a:cs typeface="Arial"/>
              </a:defRPr>
            </a:defPPr>
            <a:lvl1pPr algn="l">
              <a:defRPr sz="1800" b="1">
                <a:solidFill>
                  <a:srgbClr val="FE5200"/>
                </a:solidFill>
                <a:latin typeface="Arial"/>
                <a:ea typeface="Arial"/>
                <a:cs typeface="Arial"/>
              </a:defRPr>
            </a:lvl1pPr>
            <a:lvl2pPr algn="l">
              <a:defRPr sz="1800" b="1">
                <a:solidFill>
                  <a:srgbClr val="FE5200"/>
                </a:solidFill>
                <a:latin typeface="Arial"/>
                <a:ea typeface="Arial"/>
                <a:cs typeface="Arial"/>
              </a:defRPr>
            </a:lvl2pPr>
            <a:lvl3pPr algn="l">
              <a:defRPr sz="1800" b="1">
                <a:solidFill>
                  <a:srgbClr val="FE5200"/>
                </a:solidFill>
                <a:latin typeface="Arial"/>
                <a:ea typeface="Arial"/>
                <a:cs typeface="Arial"/>
              </a:defRPr>
            </a:lvl3pPr>
            <a:lvl4pPr algn="l">
              <a:defRPr sz="1800" b="1">
                <a:solidFill>
                  <a:srgbClr val="FE5200"/>
                </a:solidFill>
                <a:latin typeface="Arial"/>
                <a:ea typeface="Arial"/>
                <a:cs typeface="Arial"/>
              </a:defRPr>
            </a:lvl4pPr>
            <a:lvl5pPr algn="l">
              <a:defRPr sz="1800" b="1">
                <a:solidFill>
                  <a:srgbClr val="FE5200"/>
                </a:solidFill>
                <a:latin typeface="Arial"/>
                <a:ea typeface="Arial"/>
                <a:cs typeface="Arial"/>
              </a:defRPr>
            </a:lvl5pPr>
            <a:lvl6pPr algn="l">
              <a:defRPr sz="1800" b="1">
                <a:solidFill>
                  <a:srgbClr val="FE5200"/>
                </a:solidFill>
                <a:latin typeface="Arial"/>
                <a:ea typeface="Arial"/>
                <a:cs typeface="Arial"/>
              </a:defRPr>
            </a:lvl6pPr>
            <a:lvl7pPr algn="l">
              <a:defRPr sz="1800" b="1">
                <a:solidFill>
                  <a:srgbClr val="FE5200"/>
                </a:solidFill>
                <a:latin typeface="Arial"/>
                <a:ea typeface="Arial"/>
                <a:cs typeface="Arial"/>
              </a:defRPr>
            </a:lvl7pPr>
            <a:lvl8pPr algn="l">
              <a:defRPr sz="1800" b="1">
                <a:solidFill>
                  <a:srgbClr val="FE5200"/>
                </a:solidFill>
                <a:latin typeface="Arial"/>
                <a:ea typeface="Arial"/>
                <a:cs typeface="Arial"/>
              </a:defRPr>
            </a:lvl8pPr>
            <a:lvl9pPr algn="l">
              <a:defRPr sz="1800" b="1">
                <a:solidFill>
                  <a:srgbClr val="FE5200"/>
                </a:solidFill>
                <a:latin typeface="Arial"/>
                <a:ea typeface="Arial"/>
                <a:cs typeface="Arial"/>
              </a:defRPr>
            </a:lvl9pPr>
          </a:lstStyle>
          <a:p>
            <a:pPr algn="l">
              <a:defRPr sz="1800" b="1">
                <a:solidFill>
                  <a:srgbClr val="FE5200"/>
                </a:solidFill>
                <a:latin typeface="Arial"/>
                <a:ea typeface="Arial"/>
                <a:cs typeface="Arial"/>
              </a:defRPr>
            </a:pPr>
            <a:r>
              <a:rPr sz="1800" b="1">
                <a:solidFill>
                  <a:srgbClr val="FE5200"/>
                </a:solidFill>
                <a:latin typeface="Arial"/>
                <a:ea typeface="Arial"/>
                <a:cs typeface="Arial"/>
              </a:rPr>
              <a:t>STRETCH</a:t>
            </a:r>
          </a:p>
        </p:txBody>
      </p:sp>
      <p:sp>
        <p:nvSpPr>
          <p:cNvPr id="13" name="Rectangle 12">
            <a:extLst>
              <a:ext uri="{FF2B5EF4-FFF2-40B4-BE49-F238E27FC236}">
                <a16:creationId xmlns:a16="http://schemas.microsoft.com/office/drawing/2014/main" id="{108E9402-12EF-4606-8143-2BEE642374E4}"/>
              </a:ext>
            </a:extLst>
          </p:cNvPr>
          <p:cNvSpPr>
            <a:spLocks noGrp="1"/>
          </p:cNvSpPr>
          <p:nvPr/>
        </p:nvSpPr>
        <p:spPr>
          <a:xfrm>
            <a:off x="8039100" y="2533650"/>
            <a:ext cx="3067050" cy="1962150"/>
          </a:xfrm>
          <a:prstGeom prst="rect">
            <a:avLst/>
          </a:prstGeom>
          <a:noFill/>
          <a:ln w="0">
            <a:noFill/>
            <a:prstDash val="solid"/>
          </a:ln>
        </p:spPr>
        <p:txBody>
          <a:bodyPr anchor="ctr"/>
          <a:lstStyle>
            <a:defPPr algn="l">
              <a:defRPr sz="1725">
                <a:solidFill>
                  <a:srgbClr val="003C72"/>
                </a:solidFill>
                <a:latin typeface="Arial"/>
                <a:ea typeface="Arial"/>
                <a:cs typeface="Arial"/>
              </a:defRPr>
            </a:defPPr>
            <a:lvl1pPr algn="l">
              <a:defRPr sz="1725">
                <a:solidFill>
                  <a:srgbClr val="003C72"/>
                </a:solidFill>
                <a:latin typeface="Arial"/>
                <a:ea typeface="Arial"/>
                <a:cs typeface="Arial"/>
              </a:defRPr>
            </a:lvl1pPr>
            <a:lvl2pPr algn="l">
              <a:defRPr sz="1725">
                <a:solidFill>
                  <a:srgbClr val="003C72"/>
                </a:solidFill>
                <a:latin typeface="Arial"/>
                <a:ea typeface="Arial"/>
                <a:cs typeface="Arial"/>
              </a:defRPr>
            </a:lvl2pPr>
            <a:lvl3pPr algn="l">
              <a:defRPr sz="1725">
                <a:solidFill>
                  <a:srgbClr val="003C72"/>
                </a:solidFill>
                <a:latin typeface="Arial"/>
                <a:ea typeface="Arial"/>
                <a:cs typeface="Arial"/>
              </a:defRPr>
            </a:lvl3pPr>
            <a:lvl4pPr algn="l">
              <a:defRPr sz="1725">
                <a:solidFill>
                  <a:srgbClr val="003C72"/>
                </a:solidFill>
                <a:latin typeface="Arial"/>
                <a:ea typeface="Arial"/>
                <a:cs typeface="Arial"/>
              </a:defRPr>
            </a:lvl4pPr>
            <a:lvl5pPr algn="l">
              <a:defRPr sz="1725">
                <a:solidFill>
                  <a:srgbClr val="003C72"/>
                </a:solidFill>
                <a:latin typeface="Arial"/>
                <a:ea typeface="Arial"/>
                <a:cs typeface="Arial"/>
              </a:defRPr>
            </a:lvl5pPr>
            <a:lvl6pPr algn="l">
              <a:defRPr sz="1725">
                <a:solidFill>
                  <a:srgbClr val="003C72"/>
                </a:solidFill>
                <a:latin typeface="Arial"/>
                <a:ea typeface="Arial"/>
                <a:cs typeface="Arial"/>
              </a:defRPr>
            </a:lvl6pPr>
            <a:lvl7pPr algn="l">
              <a:defRPr sz="1725">
                <a:solidFill>
                  <a:srgbClr val="003C72"/>
                </a:solidFill>
                <a:latin typeface="Arial"/>
                <a:ea typeface="Arial"/>
                <a:cs typeface="Arial"/>
              </a:defRPr>
            </a:lvl7pPr>
            <a:lvl8pPr algn="l">
              <a:defRPr sz="1725">
                <a:solidFill>
                  <a:srgbClr val="003C72"/>
                </a:solidFill>
                <a:latin typeface="Arial"/>
                <a:ea typeface="Arial"/>
                <a:cs typeface="Arial"/>
              </a:defRPr>
            </a:lvl8pPr>
            <a:lvl9pPr algn="l">
              <a:defRPr sz="1725">
                <a:solidFill>
                  <a:srgbClr val="003C72"/>
                </a:solidFill>
                <a:latin typeface="Arial"/>
                <a:ea typeface="Arial"/>
                <a:cs typeface="Arial"/>
              </a:defRPr>
            </a:lvl9pPr>
          </a:lstStyle>
          <a:p>
            <a:pPr algn="l">
              <a:defRPr sz="1725">
                <a:solidFill>
                  <a:srgbClr val="003C72"/>
                </a:solidFill>
                <a:latin typeface="Arial"/>
                <a:ea typeface="Arial"/>
                <a:cs typeface="Arial"/>
              </a:defRPr>
            </a:pPr>
            <a:r>
              <a:rPr sz="1725">
                <a:solidFill>
                  <a:srgbClr val="003C72"/>
                </a:solidFill>
                <a:latin typeface="Arial"/>
                <a:ea typeface="Arial"/>
                <a:cs typeface="Arial"/>
              </a:rPr>
              <a:t>Ask for two versions.</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Request a critique or revision.</a:t>
            </a:r>
          </a:p>
          <a:p>
            <a:endParaRPr sz="1725">
              <a:solidFill>
                <a:srgbClr val="003C72"/>
              </a:solidFill>
              <a:latin typeface="Arial"/>
              <a:ea typeface="Arial"/>
              <a:cs typeface="Arial"/>
            </a:endParaRPr>
          </a:p>
          <a:p>
            <a:pPr algn="l">
              <a:defRPr sz="1725">
                <a:solidFill>
                  <a:srgbClr val="003C72"/>
                </a:solidFill>
                <a:latin typeface="Arial"/>
                <a:ea typeface="Arial"/>
                <a:cs typeface="Arial"/>
              </a:defRPr>
            </a:pPr>
            <a:r>
              <a:rPr sz="1725">
                <a:solidFill>
                  <a:srgbClr val="003C72"/>
                </a:solidFill>
                <a:latin typeface="Arial"/>
                <a:ea typeface="Arial"/>
                <a:cs typeface="Arial"/>
              </a:rPr>
              <a:t>Compare the differences.</a:t>
            </a:r>
          </a:p>
        </p:txBody>
      </p:sp>
      <p:sp>
        <p:nvSpPr>
          <p:cNvPr id="14" name="Rectangle 13">
            <a:extLst>
              <a:ext uri="{FF2B5EF4-FFF2-40B4-BE49-F238E27FC236}">
                <a16:creationId xmlns:a16="http://schemas.microsoft.com/office/drawing/2014/main" id="{D046C31A-AFF1-47F5-8072-7B9F3547913F}"/>
              </a:ext>
            </a:extLst>
          </p:cNvPr>
          <p:cNvSpPr>
            <a:spLocks noGrp="1"/>
          </p:cNvSpPr>
          <p:nvPr/>
        </p:nvSpPr>
        <p:spPr>
          <a:xfrm>
            <a:off x="3381375" y="5143500"/>
            <a:ext cx="7334250" cy="419100"/>
          </a:xfrm>
          <a:prstGeom prst="rect">
            <a:avLst/>
          </a:prstGeom>
          <a:noFill/>
          <a:ln w="0">
            <a:noFill/>
            <a:prstDash val="solid"/>
          </a:ln>
        </p:spPr>
        <p:txBody>
          <a:bodyPr/>
          <a:lstStyle>
            <a:defPPr algn="ctr">
              <a:defRPr sz="1575" b="1">
                <a:solidFill>
                  <a:srgbClr val="003C72"/>
                </a:solidFill>
                <a:latin typeface="Arial"/>
                <a:ea typeface="Arial"/>
                <a:cs typeface="Arial"/>
              </a:defRPr>
            </a:defPPr>
            <a:lvl1pPr algn="ctr">
              <a:defRPr sz="1575" b="1">
                <a:solidFill>
                  <a:srgbClr val="003C72"/>
                </a:solidFill>
                <a:latin typeface="Arial"/>
                <a:ea typeface="Arial"/>
                <a:cs typeface="Arial"/>
              </a:defRPr>
            </a:lvl1pPr>
            <a:lvl2pPr algn="ctr">
              <a:defRPr sz="1575" b="1">
                <a:solidFill>
                  <a:srgbClr val="003C72"/>
                </a:solidFill>
                <a:latin typeface="Arial"/>
                <a:ea typeface="Arial"/>
                <a:cs typeface="Arial"/>
              </a:defRPr>
            </a:lvl2pPr>
            <a:lvl3pPr algn="ctr">
              <a:defRPr sz="1575" b="1">
                <a:solidFill>
                  <a:srgbClr val="003C72"/>
                </a:solidFill>
                <a:latin typeface="Arial"/>
                <a:ea typeface="Arial"/>
                <a:cs typeface="Arial"/>
              </a:defRPr>
            </a:lvl3pPr>
            <a:lvl4pPr algn="ctr">
              <a:defRPr sz="1575" b="1">
                <a:solidFill>
                  <a:srgbClr val="003C72"/>
                </a:solidFill>
                <a:latin typeface="Arial"/>
                <a:ea typeface="Arial"/>
                <a:cs typeface="Arial"/>
              </a:defRPr>
            </a:lvl4pPr>
            <a:lvl5pPr algn="ctr">
              <a:defRPr sz="1575" b="1">
                <a:solidFill>
                  <a:srgbClr val="003C72"/>
                </a:solidFill>
                <a:latin typeface="Arial"/>
                <a:ea typeface="Arial"/>
                <a:cs typeface="Arial"/>
              </a:defRPr>
            </a:lvl5pPr>
            <a:lvl6pPr algn="ctr">
              <a:defRPr sz="1575" b="1">
                <a:solidFill>
                  <a:srgbClr val="003C72"/>
                </a:solidFill>
                <a:latin typeface="Arial"/>
                <a:ea typeface="Arial"/>
                <a:cs typeface="Arial"/>
              </a:defRPr>
            </a:lvl6pPr>
            <a:lvl7pPr algn="ctr">
              <a:defRPr sz="1575" b="1">
                <a:solidFill>
                  <a:srgbClr val="003C72"/>
                </a:solidFill>
                <a:latin typeface="Arial"/>
                <a:ea typeface="Arial"/>
                <a:cs typeface="Arial"/>
              </a:defRPr>
            </a:lvl7pPr>
            <a:lvl8pPr algn="ctr">
              <a:defRPr sz="1575" b="1">
                <a:solidFill>
                  <a:srgbClr val="003C72"/>
                </a:solidFill>
                <a:latin typeface="Arial"/>
                <a:ea typeface="Arial"/>
                <a:cs typeface="Arial"/>
              </a:defRPr>
            </a:lvl8pPr>
            <a:lvl9pPr algn="ctr">
              <a:defRPr sz="1575" b="1">
                <a:solidFill>
                  <a:srgbClr val="003C72"/>
                </a:solidFill>
                <a:latin typeface="Arial"/>
                <a:ea typeface="Arial"/>
                <a:cs typeface="Arial"/>
              </a:defRPr>
            </a:lvl9pPr>
          </a:lstStyle>
          <a:p>
            <a:pPr algn="ctr">
              <a:defRPr sz="1575" b="1">
                <a:solidFill>
                  <a:srgbClr val="003C72"/>
                </a:solidFill>
                <a:latin typeface="Arial"/>
                <a:ea typeface="Arial"/>
                <a:cs typeface="Arial"/>
              </a:defRPr>
            </a:pPr>
            <a:endParaRPr sz="1575" b="1" dirty="0">
              <a:solidFill>
                <a:srgbClr val="003C72"/>
              </a:solidFill>
              <a:latin typeface="Arial"/>
              <a:ea typeface="Arial"/>
              <a:cs typeface="Arial"/>
            </a:endParaRPr>
          </a:p>
        </p:txBody>
      </p:sp>
      <p:pic>
        <p:nvPicPr>
          <p:cNvPr id="17" name="Picture 16">
            <a:extLst>
              <a:ext uri="{FF2B5EF4-FFF2-40B4-BE49-F238E27FC236}">
                <a16:creationId xmlns:a16="http://schemas.microsoft.com/office/drawing/2014/main" id="{526D49AD-629F-93C6-0AA6-DB55D0FCBD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6454" y="10479"/>
            <a:ext cx="2475546" cy="2475546"/>
          </a:xfrm>
          <a:prstGeom prst="rect">
            <a:avLst/>
          </a:prstGeom>
        </p:spPr>
      </p:pic>
    </p:spTree>
    <p:extLst>
      <p:ext uri="{BB962C8B-B14F-4D97-AF65-F5344CB8AC3E}">
        <p14:creationId xmlns:p14="http://schemas.microsoft.com/office/powerpoint/2010/main" val="480031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0954F42B-B81F-4F28-9083-4B833DFB330E}"/>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B0563C6-6814-4818-8129-78277EDEE5B3}"/>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003C72"/>
                </a:solidFill>
                <a:latin typeface="Arial"/>
                <a:ea typeface="Arial"/>
                <a:cs typeface="Arial"/>
              </a:defRPr>
            </a:defPPr>
            <a:lvl1pPr>
              <a:defRPr sz="3150" b="1">
                <a:solidFill>
                  <a:srgbClr val="003C72"/>
                </a:solidFill>
                <a:latin typeface="Arial"/>
                <a:ea typeface="Arial"/>
                <a:cs typeface="Arial"/>
              </a:defRPr>
            </a:lvl1pPr>
            <a:lvl2pPr>
              <a:defRPr sz="3150" b="1">
                <a:solidFill>
                  <a:srgbClr val="003C72"/>
                </a:solidFill>
                <a:latin typeface="Arial"/>
                <a:ea typeface="Arial"/>
                <a:cs typeface="Arial"/>
              </a:defRPr>
            </a:lvl2pPr>
            <a:lvl3pPr>
              <a:defRPr sz="3150" b="1">
                <a:solidFill>
                  <a:srgbClr val="003C72"/>
                </a:solidFill>
                <a:latin typeface="Arial"/>
                <a:ea typeface="Arial"/>
                <a:cs typeface="Arial"/>
              </a:defRPr>
            </a:lvl3pPr>
            <a:lvl4pPr>
              <a:defRPr sz="3150" b="1">
                <a:solidFill>
                  <a:srgbClr val="003C72"/>
                </a:solidFill>
                <a:latin typeface="Arial"/>
                <a:ea typeface="Arial"/>
                <a:cs typeface="Arial"/>
              </a:defRPr>
            </a:lvl4pPr>
            <a:lvl5pPr>
              <a:defRPr sz="3150" b="1">
                <a:solidFill>
                  <a:srgbClr val="003C72"/>
                </a:solidFill>
                <a:latin typeface="Arial"/>
                <a:ea typeface="Arial"/>
                <a:cs typeface="Arial"/>
              </a:defRPr>
            </a:lvl5pPr>
            <a:lvl6pPr>
              <a:defRPr sz="3150" b="1">
                <a:solidFill>
                  <a:srgbClr val="003C72"/>
                </a:solidFill>
                <a:latin typeface="Arial"/>
                <a:ea typeface="Arial"/>
                <a:cs typeface="Arial"/>
              </a:defRPr>
            </a:lvl6pPr>
            <a:lvl7pPr>
              <a:defRPr sz="3150" b="1">
                <a:solidFill>
                  <a:srgbClr val="003C72"/>
                </a:solidFill>
                <a:latin typeface="Arial"/>
                <a:ea typeface="Arial"/>
                <a:cs typeface="Arial"/>
              </a:defRPr>
            </a:lvl7pPr>
            <a:lvl8pPr>
              <a:defRPr sz="3150" b="1">
                <a:solidFill>
                  <a:srgbClr val="003C72"/>
                </a:solidFill>
                <a:latin typeface="Arial"/>
                <a:ea typeface="Arial"/>
                <a:cs typeface="Arial"/>
              </a:defRPr>
            </a:lvl8pPr>
            <a:lvl9pPr>
              <a:defRPr sz="3150" b="1">
                <a:solidFill>
                  <a:srgbClr val="003C72"/>
                </a:solidFill>
                <a:latin typeface="Arial"/>
                <a:ea typeface="Arial"/>
                <a:cs typeface="Arial"/>
              </a:defRPr>
            </a:lvl9pPr>
          </a:lstStyle>
          <a:p>
            <a:pPr>
              <a:defRPr sz="3150" b="1">
                <a:solidFill>
                  <a:srgbClr val="003C72"/>
                </a:solidFill>
                <a:latin typeface="Arial"/>
                <a:ea typeface="Arial"/>
                <a:cs typeface="Arial"/>
              </a:defRPr>
            </a:pPr>
            <a:r>
              <a:rPr sz="3150" b="1" dirty="0">
                <a:solidFill>
                  <a:srgbClr val="003C72"/>
                </a:solidFill>
                <a:latin typeface="Arial"/>
                <a:ea typeface="Arial"/>
                <a:cs typeface="Arial"/>
              </a:rPr>
              <a:t>Check </a:t>
            </a:r>
            <a:r>
              <a:rPr lang="en-US" dirty="0"/>
              <a:t>Output B</a:t>
            </a:r>
            <a:r>
              <a:rPr sz="3150" b="1" dirty="0">
                <a:solidFill>
                  <a:srgbClr val="003C72"/>
                </a:solidFill>
                <a:latin typeface="Arial"/>
                <a:ea typeface="Arial"/>
                <a:cs typeface="Arial"/>
              </a:rPr>
              <a:t>efore </a:t>
            </a:r>
            <a:r>
              <a:rPr lang="en-US" dirty="0"/>
              <a:t>Y</a:t>
            </a:r>
            <a:r>
              <a:rPr sz="3150" b="1" dirty="0">
                <a:solidFill>
                  <a:srgbClr val="003C72"/>
                </a:solidFill>
                <a:latin typeface="Arial"/>
                <a:ea typeface="Arial"/>
                <a:cs typeface="Arial"/>
              </a:rPr>
              <a:t>ou </a:t>
            </a:r>
            <a:r>
              <a:rPr lang="en-US" dirty="0"/>
              <a:t>U</a:t>
            </a:r>
            <a:r>
              <a:rPr sz="3150" b="1" dirty="0">
                <a:solidFill>
                  <a:srgbClr val="003C72"/>
                </a:solidFill>
                <a:latin typeface="Arial"/>
                <a:ea typeface="Arial"/>
                <a:cs typeface="Arial"/>
              </a:rPr>
              <a:t>se </a:t>
            </a:r>
            <a:r>
              <a:rPr lang="en-US" dirty="0"/>
              <a:t>I</a:t>
            </a:r>
            <a:r>
              <a:rPr sz="3150" b="1" dirty="0">
                <a:solidFill>
                  <a:srgbClr val="003C72"/>
                </a:solidFill>
                <a:latin typeface="Arial"/>
                <a:ea typeface="Arial"/>
                <a:cs typeface="Arial"/>
              </a:rPr>
              <a:t>t</a:t>
            </a:r>
          </a:p>
        </p:txBody>
      </p:sp>
      <p:sp>
        <p:nvSpPr>
          <p:cNvPr id="3" name="Rectangle 2">
            <a:extLst>
              <a:ext uri="{FF2B5EF4-FFF2-40B4-BE49-F238E27FC236}">
                <a16:creationId xmlns:a16="http://schemas.microsoft.com/office/drawing/2014/main" id="{B31A5873-F6FD-4212-AD56-B09A090CB73B}"/>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728C7F45-F339-4A00-9F9F-DECE305FD02C}"/>
              </a:ext>
            </a:extLst>
          </p:cNvPr>
          <p:cNvSpPr>
            <a:spLocks noGrp="1"/>
          </p:cNvSpPr>
          <p:nvPr/>
        </p:nvSpPr>
        <p:spPr>
          <a:xfrm>
            <a:off x="809625" y="1762125"/>
            <a:ext cx="3333750" cy="1143000"/>
          </a:xfrm>
          <a:prstGeom prst="roundRect">
            <a:avLst>
              <a:gd name="adj" fmla="val 6667"/>
            </a:avLst>
          </a:prstGeom>
          <a:solidFill>
            <a:srgbClr val="EEF3F7"/>
          </a:solidFill>
          <a:ln w="19050">
            <a:solidFill>
              <a:srgbClr val="003C72"/>
            </a:solidFill>
            <a:prstDash val="solid"/>
          </a:ln>
        </p:spPr>
        <p:txBody>
          <a:bodyPr/>
          <a:lstStyle/>
          <a:p>
            <a:endParaRPr lang="en-US"/>
          </a:p>
        </p:txBody>
      </p:sp>
      <p:sp>
        <p:nvSpPr>
          <p:cNvPr id="5" name="Rectangle 4">
            <a:extLst>
              <a:ext uri="{FF2B5EF4-FFF2-40B4-BE49-F238E27FC236}">
                <a16:creationId xmlns:a16="http://schemas.microsoft.com/office/drawing/2014/main" id="{66FE93BF-D83C-4AB6-8741-48089122C344}"/>
              </a:ext>
            </a:extLst>
          </p:cNvPr>
          <p:cNvSpPr>
            <a:spLocks noGrp="1"/>
          </p:cNvSpPr>
          <p:nvPr/>
        </p:nvSpPr>
        <p:spPr>
          <a:xfrm>
            <a:off x="1038225" y="1933575"/>
            <a:ext cx="2876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ACCURATE</a:t>
            </a:r>
          </a:p>
        </p:txBody>
      </p:sp>
      <p:sp>
        <p:nvSpPr>
          <p:cNvPr id="6" name="Rectangle 5">
            <a:extLst>
              <a:ext uri="{FF2B5EF4-FFF2-40B4-BE49-F238E27FC236}">
                <a16:creationId xmlns:a16="http://schemas.microsoft.com/office/drawing/2014/main" id="{DBB343E0-36AE-4BA6-B756-C728434D9B84}"/>
              </a:ext>
            </a:extLst>
          </p:cNvPr>
          <p:cNvSpPr>
            <a:spLocks noGrp="1"/>
          </p:cNvSpPr>
          <p:nvPr/>
        </p:nvSpPr>
        <p:spPr>
          <a:xfrm>
            <a:off x="1038225" y="2486025"/>
            <a:ext cx="2876550" cy="2476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Facts, dates, names</a:t>
            </a:r>
          </a:p>
        </p:txBody>
      </p:sp>
      <p:sp>
        <p:nvSpPr>
          <p:cNvPr id="7" name="Rectangle: Rounded Corners 6">
            <a:extLst>
              <a:ext uri="{FF2B5EF4-FFF2-40B4-BE49-F238E27FC236}">
                <a16:creationId xmlns:a16="http://schemas.microsoft.com/office/drawing/2014/main" id="{BE3F4529-B221-4E4E-92E8-B30CC75F2A66}"/>
              </a:ext>
            </a:extLst>
          </p:cNvPr>
          <p:cNvSpPr>
            <a:spLocks noGrp="1"/>
          </p:cNvSpPr>
          <p:nvPr/>
        </p:nvSpPr>
        <p:spPr>
          <a:xfrm>
            <a:off x="4572000" y="1762125"/>
            <a:ext cx="3333750" cy="1143000"/>
          </a:xfrm>
          <a:prstGeom prst="roundRect">
            <a:avLst>
              <a:gd name="adj" fmla="val 6667"/>
            </a:avLst>
          </a:prstGeom>
          <a:solidFill>
            <a:srgbClr val="EEF3F7"/>
          </a:solidFill>
          <a:ln w="19050">
            <a:solidFill>
              <a:srgbClr val="FE5200"/>
            </a:solidFill>
            <a:prstDash val="solid"/>
          </a:ln>
        </p:spPr>
        <p:txBody>
          <a:bodyPr/>
          <a:lstStyle/>
          <a:p>
            <a:endParaRPr lang="en-US"/>
          </a:p>
        </p:txBody>
      </p:sp>
      <p:sp>
        <p:nvSpPr>
          <p:cNvPr id="8" name="Rectangle 7">
            <a:extLst>
              <a:ext uri="{FF2B5EF4-FFF2-40B4-BE49-F238E27FC236}">
                <a16:creationId xmlns:a16="http://schemas.microsoft.com/office/drawing/2014/main" id="{6008C823-2B0D-494B-BB2E-CE2081D1D33C}"/>
              </a:ext>
            </a:extLst>
          </p:cNvPr>
          <p:cNvSpPr>
            <a:spLocks noGrp="1"/>
          </p:cNvSpPr>
          <p:nvPr/>
        </p:nvSpPr>
        <p:spPr>
          <a:xfrm>
            <a:off x="4800600" y="1933575"/>
            <a:ext cx="2876550" cy="457200"/>
          </a:xfrm>
          <a:prstGeom prst="rect">
            <a:avLst/>
          </a:prstGeom>
          <a:noFill/>
          <a:ln w="0">
            <a:noFill/>
            <a:prstDash val="solid"/>
          </a:ln>
        </p:spPr>
        <p:txBody>
          <a:bodyPr/>
          <a:lstStyle>
            <a:defPPr algn="ctr">
              <a:defRPr sz="1800" b="1">
                <a:solidFill>
                  <a:srgbClr val="FE5200"/>
                </a:solidFill>
                <a:latin typeface="Arial"/>
                <a:ea typeface="Arial"/>
                <a:cs typeface="Arial"/>
              </a:defRPr>
            </a:defPPr>
            <a:lvl1pPr algn="ctr">
              <a:defRPr sz="1800" b="1">
                <a:solidFill>
                  <a:srgbClr val="FE5200"/>
                </a:solidFill>
                <a:latin typeface="Arial"/>
                <a:ea typeface="Arial"/>
                <a:cs typeface="Arial"/>
              </a:defRPr>
            </a:lvl1pPr>
            <a:lvl2pPr algn="ctr">
              <a:defRPr sz="1800" b="1">
                <a:solidFill>
                  <a:srgbClr val="FE5200"/>
                </a:solidFill>
                <a:latin typeface="Arial"/>
                <a:ea typeface="Arial"/>
                <a:cs typeface="Arial"/>
              </a:defRPr>
            </a:lvl2pPr>
            <a:lvl3pPr algn="ctr">
              <a:defRPr sz="1800" b="1">
                <a:solidFill>
                  <a:srgbClr val="FE5200"/>
                </a:solidFill>
                <a:latin typeface="Arial"/>
                <a:ea typeface="Arial"/>
                <a:cs typeface="Arial"/>
              </a:defRPr>
            </a:lvl3pPr>
            <a:lvl4pPr algn="ctr">
              <a:defRPr sz="1800" b="1">
                <a:solidFill>
                  <a:srgbClr val="FE5200"/>
                </a:solidFill>
                <a:latin typeface="Arial"/>
                <a:ea typeface="Arial"/>
                <a:cs typeface="Arial"/>
              </a:defRPr>
            </a:lvl4pPr>
            <a:lvl5pPr algn="ctr">
              <a:defRPr sz="1800" b="1">
                <a:solidFill>
                  <a:srgbClr val="FE5200"/>
                </a:solidFill>
                <a:latin typeface="Arial"/>
                <a:ea typeface="Arial"/>
                <a:cs typeface="Arial"/>
              </a:defRPr>
            </a:lvl5pPr>
            <a:lvl6pPr algn="ctr">
              <a:defRPr sz="1800" b="1">
                <a:solidFill>
                  <a:srgbClr val="FE5200"/>
                </a:solidFill>
                <a:latin typeface="Arial"/>
                <a:ea typeface="Arial"/>
                <a:cs typeface="Arial"/>
              </a:defRPr>
            </a:lvl6pPr>
            <a:lvl7pPr algn="ctr">
              <a:defRPr sz="1800" b="1">
                <a:solidFill>
                  <a:srgbClr val="FE5200"/>
                </a:solidFill>
                <a:latin typeface="Arial"/>
                <a:ea typeface="Arial"/>
                <a:cs typeface="Arial"/>
              </a:defRPr>
            </a:lvl7pPr>
            <a:lvl8pPr algn="ctr">
              <a:defRPr sz="1800" b="1">
                <a:solidFill>
                  <a:srgbClr val="FE5200"/>
                </a:solidFill>
                <a:latin typeface="Arial"/>
                <a:ea typeface="Arial"/>
                <a:cs typeface="Arial"/>
              </a:defRPr>
            </a:lvl8pPr>
            <a:lvl9pPr algn="ctr">
              <a:defRPr sz="1800" b="1">
                <a:solidFill>
                  <a:srgbClr val="FE5200"/>
                </a:solidFill>
                <a:latin typeface="Arial"/>
                <a:ea typeface="Arial"/>
                <a:cs typeface="Arial"/>
              </a:defRPr>
            </a:lvl9pPr>
          </a:lstStyle>
          <a:p>
            <a:pPr algn="ctr">
              <a:defRPr sz="1800" b="1">
                <a:solidFill>
                  <a:srgbClr val="FE5200"/>
                </a:solidFill>
                <a:latin typeface="Arial"/>
                <a:ea typeface="Arial"/>
                <a:cs typeface="Arial"/>
              </a:defRPr>
            </a:pPr>
            <a:r>
              <a:rPr sz="1800" b="1">
                <a:solidFill>
                  <a:srgbClr val="FE5200"/>
                </a:solidFill>
                <a:latin typeface="Arial"/>
                <a:ea typeface="Arial"/>
                <a:cs typeface="Arial"/>
              </a:rPr>
              <a:t>PRIVATE</a:t>
            </a:r>
          </a:p>
        </p:txBody>
      </p:sp>
      <p:sp>
        <p:nvSpPr>
          <p:cNvPr id="9" name="Rectangle 8">
            <a:extLst>
              <a:ext uri="{FF2B5EF4-FFF2-40B4-BE49-F238E27FC236}">
                <a16:creationId xmlns:a16="http://schemas.microsoft.com/office/drawing/2014/main" id="{C435B61A-9145-4388-BF03-DC5568EF1DF0}"/>
              </a:ext>
            </a:extLst>
          </p:cNvPr>
          <p:cNvSpPr>
            <a:spLocks noGrp="1"/>
          </p:cNvSpPr>
          <p:nvPr/>
        </p:nvSpPr>
        <p:spPr>
          <a:xfrm>
            <a:off x="4800600" y="2486025"/>
            <a:ext cx="2876550" cy="2476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No protected information</a:t>
            </a:r>
          </a:p>
        </p:txBody>
      </p:sp>
      <p:sp>
        <p:nvSpPr>
          <p:cNvPr id="10" name="Rectangle: Rounded Corners 9">
            <a:extLst>
              <a:ext uri="{FF2B5EF4-FFF2-40B4-BE49-F238E27FC236}">
                <a16:creationId xmlns:a16="http://schemas.microsoft.com/office/drawing/2014/main" id="{83A90B1F-4423-45C4-B666-DB77FA3747EC}"/>
              </a:ext>
            </a:extLst>
          </p:cNvPr>
          <p:cNvSpPr>
            <a:spLocks noGrp="1"/>
          </p:cNvSpPr>
          <p:nvPr/>
        </p:nvSpPr>
        <p:spPr>
          <a:xfrm>
            <a:off x="8334375" y="1762125"/>
            <a:ext cx="3333750" cy="1143000"/>
          </a:xfrm>
          <a:prstGeom prst="roundRect">
            <a:avLst>
              <a:gd name="adj" fmla="val 6667"/>
            </a:avLst>
          </a:prstGeom>
          <a:solidFill>
            <a:srgbClr val="EEF3F7"/>
          </a:solidFill>
          <a:ln w="19050">
            <a:solidFill>
              <a:srgbClr val="003C72"/>
            </a:solidFill>
            <a:prstDash val="solid"/>
          </a:ln>
        </p:spPr>
        <p:txBody>
          <a:bodyPr/>
          <a:lstStyle/>
          <a:p>
            <a:endParaRPr lang="en-US"/>
          </a:p>
        </p:txBody>
      </p:sp>
      <p:sp>
        <p:nvSpPr>
          <p:cNvPr id="11" name="Rectangle 10">
            <a:extLst>
              <a:ext uri="{FF2B5EF4-FFF2-40B4-BE49-F238E27FC236}">
                <a16:creationId xmlns:a16="http://schemas.microsoft.com/office/drawing/2014/main" id="{DE36651F-96C3-4C87-AF7F-8F225C929BB9}"/>
              </a:ext>
            </a:extLst>
          </p:cNvPr>
          <p:cNvSpPr>
            <a:spLocks noGrp="1"/>
          </p:cNvSpPr>
          <p:nvPr/>
        </p:nvSpPr>
        <p:spPr>
          <a:xfrm>
            <a:off x="8562975" y="1933575"/>
            <a:ext cx="2876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APPROPRIATE</a:t>
            </a:r>
          </a:p>
        </p:txBody>
      </p:sp>
      <p:sp>
        <p:nvSpPr>
          <p:cNvPr id="12" name="Rectangle 11">
            <a:extLst>
              <a:ext uri="{FF2B5EF4-FFF2-40B4-BE49-F238E27FC236}">
                <a16:creationId xmlns:a16="http://schemas.microsoft.com/office/drawing/2014/main" id="{7D19CF09-4A6D-41BD-9A92-666B48F0A082}"/>
              </a:ext>
            </a:extLst>
          </p:cNvPr>
          <p:cNvSpPr>
            <a:spLocks noGrp="1"/>
          </p:cNvSpPr>
          <p:nvPr/>
        </p:nvSpPr>
        <p:spPr>
          <a:xfrm>
            <a:off x="8562975" y="2486025"/>
            <a:ext cx="2876550" cy="2476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Tone and audience</a:t>
            </a:r>
          </a:p>
        </p:txBody>
      </p:sp>
      <p:sp>
        <p:nvSpPr>
          <p:cNvPr id="13" name="Rectangle: Rounded Corners 12">
            <a:extLst>
              <a:ext uri="{FF2B5EF4-FFF2-40B4-BE49-F238E27FC236}">
                <a16:creationId xmlns:a16="http://schemas.microsoft.com/office/drawing/2014/main" id="{604E7264-D5F2-4DFD-A021-CEFD557F9822}"/>
              </a:ext>
            </a:extLst>
          </p:cNvPr>
          <p:cNvSpPr>
            <a:spLocks noGrp="1"/>
          </p:cNvSpPr>
          <p:nvPr/>
        </p:nvSpPr>
        <p:spPr>
          <a:xfrm>
            <a:off x="809625" y="3190875"/>
            <a:ext cx="3333750" cy="1143000"/>
          </a:xfrm>
          <a:prstGeom prst="roundRect">
            <a:avLst>
              <a:gd name="adj" fmla="val 6667"/>
            </a:avLst>
          </a:prstGeom>
          <a:solidFill>
            <a:srgbClr val="FFFFFF"/>
          </a:solidFill>
          <a:ln w="19050">
            <a:solidFill>
              <a:srgbClr val="003C72"/>
            </a:solidFill>
            <a:prstDash val="solid"/>
          </a:ln>
        </p:spPr>
        <p:txBody>
          <a:bodyPr/>
          <a:lstStyle/>
          <a:p>
            <a:endParaRPr lang="en-US"/>
          </a:p>
        </p:txBody>
      </p:sp>
      <p:sp>
        <p:nvSpPr>
          <p:cNvPr id="14" name="Rectangle 13">
            <a:extLst>
              <a:ext uri="{FF2B5EF4-FFF2-40B4-BE49-F238E27FC236}">
                <a16:creationId xmlns:a16="http://schemas.microsoft.com/office/drawing/2014/main" id="{32741D27-3CD6-48B5-B5D4-ED8CBA2CA82A}"/>
              </a:ext>
            </a:extLst>
          </p:cNvPr>
          <p:cNvSpPr>
            <a:spLocks noGrp="1"/>
          </p:cNvSpPr>
          <p:nvPr/>
        </p:nvSpPr>
        <p:spPr>
          <a:xfrm>
            <a:off x="1038225" y="3362325"/>
            <a:ext cx="2876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COMPLETE</a:t>
            </a:r>
          </a:p>
        </p:txBody>
      </p:sp>
      <p:sp>
        <p:nvSpPr>
          <p:cNvPr id="15" name="Rectangle 14">
            <a:extLst>
              <a:ext uri="{FF2B5EF4-FFF2-40B4-BE49-F238E27FC236}">
                <a16:creationId xmlns:a16="http://schemas.microsoft.com/office/drawing/2014/main" id="{BC1F758D-3B5D-41A1-8B22-2570D61CAA31}"/>
              </a:ext>
            </a:extLst>
          </p:cNvPr>
          <p:cNvSpPr>
            <a:spLocks noGrp="1"/>
          </p:cNvSpPr>
          <p:nvPr/>
        </p:nvSpPr>
        <p:spPr>
          <a:xfrm>
            <a:off x="1038225" y="3914775"/>
            <a:ext cx="2876550" cy="2476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No missing steps</a:t>
            </a:r>
          </a:p>
        </p:txBody>
      </p:sp>
      <p:sp>
        <p:nvSpPr>
          <p:cNvPr id="16" name="Rectangle: Rounded Corners 15">
            <a:extLst>
              <a:ext uri="{FF2B5EF4-FFF2-40B4-BE49-F238E27FC236}">
                <a16:creationId xmlns:a16="http://schemas.microsoft.com/office/drawing/2014/main" id="{67AFCAE2-5B42-443A-B723-209E76B53E83}"/>
              </a:ext>
            </a:extLst>
          </p:cNvPr>
          <p:cNvSpPr>
            <a:spLocks noGrp="1"/>
          </p:cNvSpPr>
          <p:nvPr/>
        </p:nvSpPr>
        <p:spPr>
          <a:xfrm>
            <a:off x="4572000" y="3190875"/>
            <a:ext cx="3333750" cy="1143000"/>
          </a:xfrm>
          <a:prstGeom prst="roundRect">
            <a:avLst>
              <a:gd name="adj" fmla="val 6667"/>
            </a:avLst>
          </a:prstGeom>
          <a:solidFill>
            <a:srgbClr val="FFFFFF"/>
          </a:solidFill>
          <a:ln w="19050">
            <a:solidFill>
              <a:srgbClr val="FE5200"/>
            </a:solidFill>
            <a:prstDash val="solid"/>
          </a:ln>
        </p:spPr>
        <p:txBody>
          <a:bodyPr/>
          <a:lstStyle/>
          <a:p>
            <a:endParaRPr lang="en-US"/>
          </a:p>
        </p:txBody>
      </p:sp>
      <p:sp>
        <p:nvSpPr>
          <p:cNvPr id="17" name="Rectangle 16">
            <a:extLst>
              <a:ext uri="{FF2B5EF4-FFF2-40B4-BE49-F238E27FC236}">
                <a16:creationId xmlns:a16="http://schemas.microsoft.com/office/drawing/2014/main" id="{195A7470-F792-42A3-883F-053F0E3AD184}"/>
              </a:ext>
            </a:extLst>
          </p:cNvPr>
          <p:cNvSpPr>
            <a:spLocks noGrp="1"/>
          </p:cNvSpPr>
          <p:nvPr/>
        </p:nvSpPr>
        <p:spPr>
          <a:xfrm>
            <a:off x="4800600" y="3362325"/>
            <a:ext cx="2876550" cy="457200"/>
          </a:xfrm>
          <a:prstGeom prst="rect">
            <a:avLst/>
          </a:prstGeom>
          <a:noFill/>
          <a:ln w="0">
            <a:noFill/>
            <a:prstDash val="solid"/>
          </a:ln>
        </p:spPr>
        <p:txBody>
          <a:bodyPr/>
          <a:lstStyle>
            <a:defPPr algn="ctr">
              <a:defRPr sz="1800" b="1">
                <a:solidFill>
                  <a:srgbClr val="FE5200"/>
                </a:solidFill>
                <a:latin typeface="Arial"/>
                <a:ea typeface="Arial"/>
                <a:cs typeface="Arial"/>
              </a:defRPr>
            </a:defPPr>
            <a:lvl1pPr algn="ctr">
              <a:defRPr sz="1800" b="1">
                <a:solidFill>
                  <a:srgbClr val="FE5200"/>
                </a:solidFill>
                <a:latin typeface="Arial"/>
                <a:ea typeface="Arial"/>
                <a:cs typeface="Arial"/>
              </a:defRPr>
            </a:lvl1pPr>
            <a:lvl2pPr algn="ctr">
              <a:defRPr sz="1800" b="1">
                <a:solidFill>
                  <a:srgbClr val="FE5200"/>
                </a:solidFill>
                <a:latin typeface="Arial"/>
                <a:ea typeface="Arial"/>
                <a:cs typeface="Arial"/>
              </a:defRPr>
            </a:lvl2pPr>
            <a:lvl3pPr algn="ctr">
              <a:defRPr sz="1800" b="1">
                <a:solidFill>
                  <a:srgbClr val="FE5200"/>
                </a:solidFill>
                <a:latin typeface="Arial"/>
                <a:ea typeface="Arial"/>
                <a:cs typeface="Arial"/>
              </a:defRPr>
            </a:lvl3pPr>
            <a:lvl4pPr algn="ctr">
              <a:defRPr sz="1800" b="1">
                <a:solidFill>
                  <a:srgbClr val="FE5200"/>
                </a:solidFill>
                <a:latin typeface="Arial"/>
                <a:ea typeface="Arial"/>
                <a:cs typeface="Arial"/>
              </a:defRPr>
            </a:lvl4pPr>
            <a:lvl5pPr algn="ctr">
              <a:defRPr sz="1800" b="1">
                <a:solidFill>
                  <a:srgbClr val="FE5200"/>
                </a:solidFill>
                <a:latin typeface="Arial"/>
                <a:ea typeface="Arial"/>
                <a:cs typeface="Arial"/>
              </a:defRPr>
            </a:lvl5pPr>
            <a:lvl6pPr algn="ctr">
              <a:defRPr sz="1800" b="1">
                <a:solidFill>
                  <a:srgbClr val="FE5200"/>
                </a:solidFill>
                <a:latin typeface="Arial"/>
                <a:ea typeface="Arial"/>
                <a:cs typeface="Arial"/>
              </a:defRPr>
            </a:lvl6pPr>
            <a:lvl7pPr algn="ctr">
              <a:defRPr sz="1800" b="1">
                <a:solidFill>
                  <a:srgbClr val="FE5200"/>
                </a:solidFill>
                <a:latin typeface="Arial"/>
                <a:ea typeface="Arial"/>
                <a:cs typeface="Arial"/>
              </a:defRPr>
            </a:lvl7pPr>
            <a:lvl8pPr algn="ctr">
              <a:defRPr sz="1800" b="1">
                <a:solidFill>
                  <a:srgbClr val="FE5200"/>
                </a:solidFill>
                <a:latin typeface="Arial"/>
                <a:ea typeface="Arial"/>
                <a:cs typeface="Arial"/>
              </a:defRPr>
            </a:lvl8pPr>
            <a:lvl9pPr algn="ctr">
              <a:defRPr sz="1800" b="1">
                <a:solidFill>
                  <a:srgbClr val="FE5200"/>
                </a:solidFill>
                <a:latin typeface="Arial"/>
                <a:ea typeface="Arial"/>
                <a:cs typeface="Arial"/>
              </a:defRPr>
            </a:lvl9pPr>
          </a:lstStyle>
          <a:p>
            <a:pPr algn="ctr">
              <a:defRPr sz="1800" b="1">
                <a:solidFill>
                  <a:srgbClr val="FE5200"/>
                </a:solidFill>
                <a:latin typeface="Arial"/>
                <a:ea typeface="Arial"/>
                <a:cs typeface="Arial"/>
              </a:defRPr>
            </a:pPr>
            <a:r>
              <a:rPr sz="1800" b="1">
                <a:solidFill>
                  <a:srgbClr val="FE5200"/>
                </a:solidFill>
                <a:latin typeface="Arial"/>
                <a:ea typeface="Arial"/>
                <a:cs typeface="Arial"/>
              </a:rPr>
              <a:t>FAIR</a:t>
            </a:r>
          </a:p>
        </p:txBody>
      </p:sp>
      <p:sp>
        <p:nvSpPr>
          <p:cNvPr id="18" name="Rectangle 17">
            <a:extLst>
              <a:ext uri="{FF2B5EF4-FFF2-40B4-BE49-F238E27FC236}">
                <a16:creationId xmlns:a16="http://schemas.microsoft.com/office/drawing/2014/main" id="{55181502-84A7-4C10-8B6E-D61CC34E534C}"/>
              </a:ext>
            </a:extLst>
          </p:cNvPr>
          <p:cNvSpPr>
            <a:spLocks noGrp="1"/>
          </p:cNvSpPr>
          <p:nvPr/>
        </p:nvSpPr>
        <p:spPr>
          <a:xfrm>
            <a:off x="4800600" y="3914775"/>
            <a:ext cx="2876550" cy="2476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No harmful assumptions</a:t>
            </a:r>
          </a:p>
        </p:txBody>
      </p:sp>
      <p:sp>
        <p:nvSpPr>
          <p:cNvPr id="19" name="Rectangle: Rounded Corners 18">
            <a:extLst>
              <a:ext uri="{FF2B5EF4-FFF2-40B4-BE49-F238E27FC236}">
                <a16:creationId xmlns:a16="http://schemas.microsoft.com/office/drawing/2014/main" id="{BA4099E6-3D87-4D82-868C-2FC1290CC530}"/>
              </a:ext>
            </a:extLst>
          </p:cNvPr>
          <p:cNvSpPr>
            <a:spLocks noGrp="1"/>
          </p:cNvSpPr>
          <p:nvPr/>
        </p:nvSpPr>
        <p:spPr>
          <a:xfrm>
            <a:off x="8334375" y="3190875"/>
            <a:ext cx="3333750" cy="1143000"/>
          </a:xfrm>
          <a:prstGeom prst="roundRect">
            <a:avLst>
              <a:gd name="adj" fmla="val 6667"/>
            </a:avLst>
          </a:prstGeom>
          <a:solidFill>
            <a:srgbClr val="FFFFFF"/>
          </a:solidFill>
          <a:ln w="19050">
            <a:solidFill>
              <a:srgbClr val="003C72"/>
            </a:solidFill>
            <a:prstDash val="solid"/>
          </a:ln>
        </p:spPr>
        <p:txBody>
          <a:bodyPr/>
          <a:lstStyle/>
          <a:p>
            <a:endParaRPr lang="en-US"/>
          </a:p>
        </p:txBody>
      </p:sp>
      <p:sp>
        <p:nvSpPr>
          <p:cNvPr id="20" name="Rectangle 19">
            <a:extLst>
              <a:ext uri="{FF2B5EF4-FFF2-40B4-BE49-F238E27FC236}">
                <a16:creationId xmlns:a16="http://schemas.microsoft.com/office/drawing/2014/main" id="{EE507184-A6FB-4FBB-BEB0-007F684A4376}"/>
              </a:ext>
            </a:extLst>
          </p:cNvPr>
          <p:cNvSpPr>
            <a:spLocks noGrp="1"/>
          </p:cNvSpPr>
          <p:nvPr/>
        </p:nvSpPr>
        <p:spPr>
          <a:xfrm>
            <a:off x="8562975" y="3362325"/>
            <a:ext cx="2876550" cy="457200"/>
          </a:xfrm>
          <a:prstGeom prst="rect">
            <a:avLst/>
          </a:prstGeom>
          <a:noFill/>
          <a:ln w="0">
            <a:noFill/>
            <a:prstDash val="solid"/>
          </a:ln>
        </p:spPr>
        <p:txBody>
          <a:bodyPr/>
          <a:lstStyle>
            <a:defPPr algn="ctr">
              <a:defRPr sz="1800" b="1">
                <a:solidFill>
                  <a:srgbClr val="003C72"/>
                </a:solidFill>
                <a:latin typeface="Arial"/>
                <a:ea typeface="Arial"/>
                <a:cs typeface="Arial"/>
              </a:defRPr>
            </a:defPPr>
            <a:lvl1pPr algn="ctr">
              <a:defRPr sz="1800" b="1">
                <a:solidFill>
                  <a:srgbClr val="003C72"/>
                </a:solidFill>
                <a:latin typeface="Arial"/>
                <a:ea typeface="Arial"/>
                <a:cs typeface="Arial"/>
              </a:defRPr>
            </a:lvl1pPr>
            <a:lvl2pPr algn="ctr">
              <a:defRPr sz="1800" b="1">
                <a:solidFill>
                  <a:srgbClr val="003C72"/>
                </a:solidFill>
                <a:latin typeface="Arial"/>
                <a:ea typeface="Arial"/>
                <a:cs typeface="Arial"/>
              </a:defRPr>
            </a:lvl2pPr>
            <a:lvl3pPr algn="ctr">
              <a:defRPr sz="1800" b="1">
                <a:solidFill>
                  <a:srgbClr val="003C72"/>
                </a:solidFill>
                <a:latin typeface="Arial"/>
                <a:ea typeface="Arial"/>
                <a:cs typeface="Arial"/>
              </a:defRPr>
            </a:lvl3pPr>
            <a:lvl4pPr algn="ctr">
              <a:defRPr sz="1800" b="1">
                <a:solidFill>
                  <a:srgbClr val="003C72"/>
                </a:solidFill>
                <a:latin typeface="Arial"/>
                <a:ea typeface="Arial"/>
                <a:cs typeface="Arial"/>
              </a:defRPr>
            </a:lvl4pPr>
            <a:lvl5pPr algn="ctr">
              <a:defRPr sz="1800" b="1">
                <a:solidFill>
                  <a:srgbClr val="003C72"/>
                </a:solidFill>
                <a:latin typeface="Arial"/>
                <a:ea typeface="Arial"/>
                <a:cs typeface="Arial"/>
              </a:defRPr>
            </a:lvl5pPr>
            <a:lvl6pPr algn="ctr">
              <a:defRPr sz="1800" b="1">
                <a:solidFill>
                  <a:srgbClr val="003C72"/>
                </a:solidFill>
                <a:latin typeface="Arial"/>
                <a:ea typeface="Arial"/>
                <a:cs typeface="Arial"/>
              </a:defRPr>
            </a:lvl6pPr>
            <a:lvl7pPr algn="ctr">
              <a:defRPr sz="1800" b="1">
                <a:solidFill>
                  <a:srgbClr val="003C72"/>
                </a:solidFill>
                <a:latin typeface="Arial"/>
                <a:ea typeface="Arial"/>
                <a:cs typeface="Arial"/>
              </a:defRPr>
            </a:lvl7pPr>
            <a:lvl8pPr algn="ctr">
              <a:defRPr sz="1800" b="1">
                <a:solidFill>
                  <a:srgbClr val="003C72"/>
                </a:solidFill>
                <a:latin typeface="Arial"/>
                <a:ea typeface="Arial"/>
                <a:cs typeface="Arial"/>
              </a:defRPr>
            </a:lvl8pPr>
            <a:lvl9pPr algn="ctr">
              <a:defRPr sz="1800" b="1">
                <a:solidFill>
                  <a:srgbClr val="003C72"/>
                </a:solidFill>
                <a:latin typeface="Arial"/>
                <a:ea typeface="Arial"/>
                <a:cs typeface="Arial"/>
              </a:defRPr>
            </a:lvl9pPr>
          </a:lstStyle>
          <a:p>
            <a:pPr algn="ctr">
              <a:defRPr sz="1800" b="1">
                <a:solidFill>
                  <a:srgbClr val="003C72"/>
                </a:solidFill>
                <a:latin typeface="Arial"/>
                <a:ea typeface="Arial"/>
                <a:cs typeface="Arial"/>
              </a:defRPr>
            </a:pPr>
            <a:r>
              <a:rPr sz="1800" b="1">
                <a:solidFill>
                  <a:srgbClr val="003C72"/>
                </a:solidFill>
                <a:latin typeface="Arial"/>
                <a:ea typeface="Arial"/>
                <a:cs typeface="Arial"/>
              </a:rPr>
              <a:t>USEFUL</a:t>
            </a:r>
          </a:p>
        </p:txBody>
      </p:sp>
      <p:sp>
        <p:nvSpPr>
          <p:cNvPr id="21" name="Rectangle 20">
            <a:extLst>
              <a:ext uri="{FF2B5EF4-FFF2-40B4-BE49-F238E27FC236}">
                <a16:creationId xmlns:a16="http://schemas.microsoft.com/office/drawing/2014/main" id="{9378C6AB-1488-43CD-8B9C-BB6101AD289D}"/>
              </a:ext>
            </a:extLst>
          </p:cNvPr>
          <p:cNvSpPr>
            <a:spLocks noGrp="1"/>
          </p:cNvSpPr>
          <p:nvPr/>
        </p:nvSpPr>
        <p:spPr>
          <a:xfrm>
            <a:off x="8562975" y="3914775"/>
            <a:ext cx="2876550" cy="247650"/>
          </a:xfrm>
          <a:prstGeom prst="rect">
            <a:avLst/>
          </a:prstGeom>
          <a:noFill/>
          <a:ln w="0">
            <a:noFill/>
            <a:prstDash val="solid"/>
          </a:ln>
        </p:spPr>
        <p:txBody>
          <a:bodyPr anchor="ctr"/>
          <a:lstStyle>
            <a:defPPr algn="ctr">
              <a:defRPr sz="1725">
                <a:solidFill>
                  <a:srgbClr val="003C72"/>
                </a:solidFill>
                <a:latin typeface="Arial"/>
                <a:ea typeface="Arial"/>
                <a:cs typeface="Arial"/>
              </a:defRPr>
            </a:defPPr>
            <a:lvl1pPr algn="ctr">
              <a:defRPr sz="1725">
                <a:solidFill>
                  <a:srgbClr val="003C72"/>
                </a:solidFill>
                <a:latin typeface="Arial"/>
                <a:ea typeface="Arial"/>
                <a:cs typeface="Arial"/>
              </a:defRPr>
            </a:lvl1pPr>
            <a:lvl2pPr algn="ctr">
              <a:defRPr sz="1725">
                <a:solidFill>
                  <a:srgbClr val="003C72"/>
                </a:solidFill>
                <a:latin typeface="Arial"/>
                <a:ea typeface="Arial"/>
                <a:cs typeface="Arial"/>
              </a:defRPr>
            </a:lvl2pPr>
            <a:lvl3pPr algn="ctr">
              <a:defRPr sz="1725">
                <a:solidFill>
                  <a:srgbClr val="003C72"/>
                </a:solidFill>
                <a:latin typeface="Arial"/>
                <a:ea typeface="Arial"/>
                <a:cs typeface="Arial"/>
              </a:defRPr>
            </a:lvl3pPr>
            <a:lvl4pPr algn="ctr">
              <a:defRPr sz="1725">
                <a:solidFill>
                  <a:srgbClr val="003C72"/>
                </a:solidFill>
                <a:latin typeface="Arial"/>
                <a:ea typeface="Arial"/>
                <a:cs typeface="Arial"/>
              </a:defRPr>
            </a:lvl4pPr>
            <a:lvl5pPr algn="ctr">
              <a:defRPr sz="1725">
                <a:solidFill>
                  <a:srgbClr val="003C72"/>
                </a:solidFill>
                <a:latin typeface="Arial"/>
                <a:ea typeface="Arial"/>
                <a:cs typeface="Arial"/>
              </a:defRPr>
            </a:lvl5pPr>
            <a:lvl6pPr algn="ctr">
              <a:defRPr sz="1725">
                <a:solidFill>
                  <a:srgbClr val="003C72"/>
                </a:solidFill>
                <a:latin typeface="Arial"/>
                <a:ea typeface="Arial"/>
                <a:cs typeface="Arial"/>
              </a:defRPr>
            </a:lvl6pPr>
            <a:lvl7pPr algn="ctr">
              <a:defRPr sz="1725">
                <a:solidFill>
                  <a:srgbClr val="003C72"/>
                </a:solidFill>
                <a:latin typeface="Arial"/>
                <a:ea typeface="Arial"/>
                <a:cs typeface="Arial"/>
              </a:defRPr>
            </a:lvl7pPr>
            <a:lvl8pPr algn="ctr">
              <a:defRPr sz="1725">
                <a:solidFill>
                  <a:srgbClr val="003C72"/>
                </a:solidFill>
                <a:latin typeface="Arial"/>
                <a:ea typeface="Arial"/>
                <a:cs typeface="Arial"/>
              </a:defRPr>
            </a:lvl8pPr>
            <a:lvl9pPr algn="ctr">
              <a:defRPr sz="1725">
                <a:solidFill>
                  <a:srgbClr val="003C72"/>
                </a:solidFill>
                <a:latin typeface="Arial"/>
                <a:ea typeface="Arial"/>
                <a:cs typeface="Arial"/>
              </a:defRPr>
            </a:lvl9pPr>
          </a:lstStyle>
          <a:p>
            <a:pPr algn="ctr">
              <a:defRPr sz="1725">
                <a:solidFill>
                  <a:srgbClr val="003C72"/>
                </a:solidFill>
                <a:latin typeface="Arial"/>
                <a:ea typeface="Arial"/>
                <a:cs typeface="Arial"/>
              </a:defRPr>
            </a:pPr>
            <a:r>
              <a:rPr sz="1725">
                <a:solidFill>
                  <a:srgbClr val="003C72"/>
                </a:solidFill>
                <a:latin typeface="Arial"/>
                <a:ea typeface="Arial"/>
                <a:cs typeface="Arial"/>
              </a:rPr>
              <a:t>Improves the real work</a:t>
            </a:r>
          </a:p>
        </p:txBody>
      </p:sp>
      <p:sp>
        <p:nvSpPr>
          <p:cNvPr id="22" name="Rectangle: Rounded Corners 21">
            <a:extLst>
              <a:ext uri="{FF2B5EF4-FFF2-40B4-BE49-F238E27FC236}">
                <a16:creationId xmlns:a16="http://schemas.microsoft.com/office/drawing/2014/main" id="{785EAD19-501A-4FF0-8EEA-1CBB786C9BB5}"/>
              </a:ext>
            </a:extLst>
          </p:cNvPr>
          <p:cNvSpPr>
            <a:spLocks noGrp="1"/>
          </p:cNvSpPr>
          <p:nvPr/>
        </p:nvSpPr>
        <p:spPr>
          <a:xfrm>
            <a:off x="2000250" y="4905375"/>
            <a:ext cx="8191500" cy="762000"/>
          </a:xfrm>
          <a:prstGeom prst="roundRect">
            <a:avLst>
              <a:gd name="adj" fmla="val 10000"/>
            </a:avLst>
          </a:prstGeom>
          <a:solidFill>
            <a:srgbClr val="003C72"/>
          </a:solidFill>
          <a:ln w="0">
            <a:solidFill>
              <a:srgbClr val="003C72"/>
            </a:solidFill>
            <a:prstDash val="solid"/>
          </a:ln>
        </p:spPr>
        <p:txBody>
          <a:bodyPr/>
          <a:lstStyle/>
          <a:p>
            <a:endParaRPr lang="en-US"/>
          </a:p>
        </p:txBody>
      </p:sp>
      <p:sp>
        <p:nvSpPr>
          <p:cNvPr id="23" name="Rectangle 22">
            <a:extLst>
              <a:ext uri="{FF2B5EF4-FFF2-40B4-BE49-F238E27FC236}">
                <a16:creationId xmlns:a16="http://schemas.microsoft.com/office/drawing/2014/main" id="{FE7F1E6D-30A2-4590-A4AA-4AD833B504ED}"/>
              </a:ext>
            </a:extLst>
          </p:cNvPr>
          <p:cNvSpPr>
            <a:spLocks noGrp="1"/>
          </p:cNvSpPr>
          <p:nvPr/>
        </p:nvSpPr>
        <p:spPr>
          <a:xfrm>
            <a:off x="2238375" y="5057775"/>
            <a:ext cx="7715250" cy="457200"/>
          </a:xfrm>
          <a:prstGeom prst="rect">
            <a:avLst/>
          </a:prstGeom>
          <a:noFill/>
          <a:ln w="0">
            <a:noFill/>
            <a:prstDash val="solid"/>
          </a:ln>
        </p:spPr>
        <p:txBody>
          <a:bodyPr/>
          <a:lstStyle>
            <a:defPPr algn="ctr">
              <a:defRPr sz="2025" b="1">
                <a:solidFill>
                  <a:srgbClr val="FFFFFF"/>
                </a:solidFill>
                <a:latin typeface="Arial"/>
                <a:ea typeface="Arial"/>
                <a:cs typeface="Arial"/>
              </a:defRPr>
            </a:defPPr>
            <a:lvl1pPr algn="ctr">
              <a:defRPr sz="2025" b="1">
                <a:solidFill>
                  <a:srgbClr val="FFFFFF"/>
                </a:solidFill>
                <a:latin typeface="Arial"/>
                <a:ea typeface="Arial"/>
                <a:cs typeface="Arial"/>
              </a:defRPr>
            </a:lvl1pPr>
            <a:lvl2pPr algn="ctr">
              <a:defRPr sz="2025" b="1">
                <a:solidFill>
                  <a:srgbClr val="FFFFFF"/>
                </a:solidFill>
                <a:latin typeface="Arial"/>
                <a:ea typeface="Arial"/>
                <a:cs typeface="Arial"/>
              </a:defRPr>
            </a:lvl2pPr>
            <a:lvl3pPr algn="ctr">
              <a:defRPr sz="2025" b="1">
                <a:solidFill>
                  <a:srgbClr val="FFFFFF"/>
                </a:solidFill>
                <a:latin typeface="Arial"/>
                <a:ea typeface="Arial"/>
                <a:cs typeface="Arial"/>
              </a:defRPr>
            </a:lvl3pPr>
            <a:lvl4pPr algn="ctr">
              <a:defRPr sz="2025" b="1">
                <a:solidFill>
                  <a:srgbClr val="FFFFFF"/>
                </a:solidFill>
                <a:latin typeface="Arial"/>
                <a:ea typeface="Arial"/>
                <a:cs typeface="Arial"/>
              </a:defRPr>
            </a:lvl4pPr>
            <a:lvl5pPr algn="ctr">
              <a:defRPr sz="2025" b="1">
                <a:solidFill>
                  <a:srgbClr val="FFFFFF"/>
                </a:solidFill>
                <a:latin typeface="Arial"/>
                <a:ea typeface="Arial"/>
                <a:cs typeface="Arial"/>
              </a:defRPr>
            </a:lvl5pPr>
            <a:lvl6pPr algn="ctr">
              <a:defRPr sz="2025" b="1">
                <a:solidFill>
                  <a:srgbClr val="FFFFFF"/>
                </a:solidFill>
                <a:latin typeface="Arial"/>
                <a:ea typeface="Arial"/>
                <a:cs typeface="Arial"/>
              </a:defRPr>
            </a:lvl6pPr>
            <a:lvl7pPr algn="ctr">
              <a:defRPr sz="2025" b="1">
                <a:solidFill>
                  <a:srgbClr val="FFFFFF"/>
                </a:solidFill>
                <a:latin typeface="Arial"/>
                <a:ea typeface="Arial"/>
                <a:cs typeface="Arial"/>
              </a:defRPr>
            </a:lvl7pPr>
            <a:lvl8pPr algn="ctr">
              <a:defRPr sz="2025" b="1">
                <a:solidFill>
                  <a:srgbClr val="FFFFFF"/>
                </a:solidFill>
                <a:latin typeface="Arial"/>
                <a:ea typeface="Arial"/>
                <a:cs typeface="Arial"/>
              </a:defRPr>
            </a:lvl8pPr>
            <a:lvl9pPr algn="ctr">
              <a:defRPr sz="2025" b="1">
                <a:solidFill>
                  <a:srgbClr val="FFFFFF"/>
                </a:solidFill>
                <a:latin typeface="Arial"/>
                <a:ea typeface="Arial"/>
                <a:cs typeface="Arial"/>
              </a:defRPr>
            </a:lvl9p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Would I send this with my name on it?</a:t>
            </a:r>
          </a:p>
        </p:txBody>
      </p:sp>
    </p:spTree>
    <p:extLst>
      <p:ext uri="{BB962C8B-B14F-4D97-AF65-F5344CB8AC3E}">
        <p14:creationId xmlns:p14="http://schemas.microsoft.com/office/powerpoint/2010/main" val="1845059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8EFF888-37A1-4763-8565-DA054CF16F2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EAAE4F04-99CF-42D3-BE96-5B91906B14CD}"/>
              </a:ext>
            </a:extLst>
          </p:cNvPr>
          <p:cNvSpPr>
            <a:spLocks noGrp="1"/>
          </p:cNvSpPr>
          <p:nvPr/>
        </p:nvSpPr>
        <p:spPr>
          <a:xfrm>
            <a:off x="781050" y="590550"/>
            <a:ext cx="10620375" cy="685800"/>
          </a:xfrm>
          <a:prstGeom prst="rect">
            <a:avLst/>
          </a:prstGeom>
          <a:noFill/>
          <a:ln w="0">
            <a:noFill/>
            <a:prstDash val="solid"/>
          </a:ln>
        </p:spPr>
        <p:txBody>
          <a:bodyPr/>
          <a:lstStyle>
            <a:defPPr>
              <a:defRPr sz="3150" b="1">
                <a:solidFill>
                  <a:srgbClr val="FFFFFF"/>
                </a:solidFill>
                <a:latin typeface="Arial"/>
                <a:ea typeface="Arial"/>
                <a:cs typeface="Arial"/>
              </a:defRPr>
            </a:defPPr>
            <a:lvl1pPr>
              <a:defRPr sz="3150" b="1">
                <a:solidFill>
                  <a:srgbClr val="FFFFFF"/>
                </a:solidFill>
                <a:latin typeface="Arial"/>
                <a:ea typeface="Arial"/>
                <a:cs typeface="Arial"/>
              </a:defRPr>
            </a:lvl1pPr>
            <a:lvl2pPr>
              <a:defRPr sz="3150" b="1">
                <a:solidFill>
                  <a:srgbClr val="FFFFFF"/>
                </a:solidFill>
                <a:latin typeface="Arial"/>
                <a:ea typeface="Arial"/>
                <a:cs typeface="Arial"/>
              </a:defRPr>
            </a:lvl2pPr>
            <a:lvl3pPr>
              <a:defRPr sz="3150" b="1">
                <a:solidFill>
                  <a:srgbClr val="FFFFFF"/>
                </a:solidFill>
                <a:latin typeface="Arial"/>
                <a:ea typeface="Arial"/>
                <a:cs typeface="Arial"/>
              </a:defRPr>
            </a:lvl3pPr>
            <a:lvl4pPr>
              <a:defRPr sz="3150" b="1">
                <a:solidFill>
                  <a:srgbClr val="FFFFFF"/>
                </a:solidFill>
                <a:latin typeface="Arial"/>
                <a:ea typeface="Arial"/>
                <a:cs typeface="Arial"/>
              </a:defRPr>
            </a:lvl4pPr>
            <a:lvl5pPr>
              <a:defRPr sz="3150" b="1">
                <a:solidFill>
                  <a:srgbClr val="FFFFFF"/>
                </a:solidFill>
                <a:latin typeface="Arial"/>
                <a:ea typeface="Arial"/>
                <a:cs typeface="Arial"/>
              </a:defRPr>
            </a:lvl5pPr>
            <a:lvl6pPr>
              <a:defRPr sz="3150" b="1">
                <a:solidFill>
                  <a:srgbClr val="FFFFFF"/>
                </a:solidFill>
                <a:latin typeface="Arial"/>
                <a:ea typeface="Arial"/>
                <a:cs typeface="Arial"/>
              </a:defRPr>
            </a:lvl6pPr>
            <a:lvl7pPr>
              <a:defRPr sz="3150" b="1">
                <a:solidFill>
                  <a:srgbClr val="FFFFFF"/>
                </a:solidFill>
                <a:latin typeface="Arial"/>
                <a:ea typeface="Arial"/>
                <a:cs typeface="Arial"/>
              </a:defRPr>
            </a:lvl7pPr>
            <a:lvl8pPr>
              <a:defRPr sz="3150" b="1">
                <a:solidFill>
                  <a:srgbClr val="FFFFFF"/>
                </a:solidFill>
                <a:latin typeface="Arial"/>
                <a:ea typeface="Arial"/>
                <a:cs typeface="Arial"/>
              </a:defRPr>
            </a:lvl8pPr>
            <a:lvl9pPr>
              <a:defRPr sz="3150" b="1">
                <a:solidFill>
                  <a:srgbClr val="FFFFFF"/>
                </a:solidFill>
                <a:latin typeface="Arial"/>
                <a:ea typeface="Arial"/>
                <a:cs typeface="Arial"/>
              </a:defRPr>
            </a:lvl9pPr>
          </a:lstStyle>
          <a:p>
            <a:pPr>
              <a:defRPr sz="3150" b="1">
                <a:solidFill>
                  <a:srgbClr val="FFFFFF"/>
                </a:solidFill>
                <a:latin typeface="Arial"/>
                <a:ea typeface="Arial"/>
                <a:cs typeface="Arial"/>
              </a:defRPr>
            </a:pPr>
            <a:r>
              <a:rPr sz="3150" b="1">
                <a:solidFill>
                  <a:srgbClr val="FFFFFF"/>
                </a:solidFill>
                <a:latin typeface="Arial"/>
                <a:ea typeface="Arial"/>
                <a:cs typeface="Arial"/>
              </a:rPr>
              <a:t>Complete the human + AI workflow</a:t>
            </a:r>
          </a:p>
        </p:txBody>
      </p:sp>
      <p:sp>
        <p:nvSpPr>
          <p:cNvPr id="3" name="Rectangle 2">
            <a:extLst>
              <a:ext uri="{FF2B5EF4-FFF2-40B4-BE49-F238E27FC236}">
                <a16:creationId xmlns:a16="http://schemas.microsoft.com/office/drawing/2014/main" id="{57FCA574-ADED-4DCD-AE71-DD201A722C04}"/>
              </a:ext>
            </a:extLst>
          </p:cNvPr>
          <p:cNvSpPr>
            <a:spLocks noGrp="1"/>
          </p:cNvSpPr>
          <p:nvPr/>
        </p:nvSpPr>
        <p:spPr>
          <a:xfrm>
            <a:off x="781050" y="1371600"/>
            <a:ext cx="10620375" cy="38100"/>
          </a:xfrm>
          <a:prstGeom prst="rect">
            <a:avLst/>
          </a:prstGeom>
          <a:solidFill>
            <a:srgbClr val="FE5200"/>
          </a:solidFill>
          <a:ln w="0">
            <a:solidFill>
              <a:srgbClr val="FE5200"/>
            </a:solidFill>
            <a:prstDash val="solid"/>
          </a:ln>
        </p:spPr>
        <p:txBody>
          <a:bodyPr/>
          <a:lstStyle/>
          <a:p>
            <a:endParaRPr lang="en-US"/>
          </a:p>
        </p:txBody>
      </p:sp>
      <p:sp>
        <p:nvSpPr>
          <p:cNvPr id="4" name="Rectangle: Rounded Corners 3">
            <a:extLst>
              <a:ext uri="{FF2B5EF4-FFF2-40B4-BE49-F238E27FC236}">
                <a16:creationId xmlns:a16="http://schemas.microsoft.com/office/drawing/2014/main" id="{8186D3FE-09ED-4FD1-B508-3BB0E7130E30}"/>
              </a:ext>
            </a:extLst>
          </p:cNvPr>
          <p:cNvSpPr>
            <a:spLocks noGrp="1"/>
          </p:cNvSpPr>
          <p:nvPr/>
        </p:nvSpPr>
        <p:spPr>
          <a:xfrm>
            <a:off x="952500" y="1714500"/>
            <a:ext cx="2381250" cy="628650"/>
          </a:xfrm>
          <a:prstGeom prst="roundRect">
            <a:avLst>
              <a:gd name="adj" fmla="val 12121"/>
            </a:avLst>
          </a:prstGeom>
          <a:solidFill>
            <a:srgbClr val="FE5200"/>
          </a:solidFill>
          <a:ln w="9525">
            <a:solidFill>
              <a:srgbClr val="FFFFFF"/>
            </a:solidFill>
            <a:prstDash val="solid"/>
          </a:ln>
        </p:spPr>
        <p:txBody>
          <a:bodyPr/>
          <a:lstStyle/>
          <a:p>
            <a:endParaRPr lang="en-US"/>
          </a:p>
        </p:txBody>
      </p:sp>
      <p:sp>
        <p:nvSpPr>
          <p:cNvPr id="5" name="Rectangle 4">
            <a:extLst>
              <a:ext uri="{FF2B5EF4-FFF2-40B4-BE49-F238E27FC236}">
                <a16:creationId xmlns:a16="http://schemas.microsoft.com/office/drawing/2014/main" id="{B2C9BFAA-EB2C-453C-8F08-68A5B6E93B38}"/>
              </a:ext>
            </a:extLst>
          </p:cNvPr>
          <p:cNvSpPr>
            <a:spLocks noGrp="1"/>
          </p:cNvSpPr>
          <p:nvPr/>
        </p:nvSpPr>
        <p:spPr>
          <a:xfrm>
            <a:off x="1143000" y="1828800"/>
            <a:ext cx="2000250" cy="400050"/>
          </a:xfrm>
          <a:prstGeom prst="rect">
            <a:avLst/>
          </a:prstGeom>
          <a:noFill/>
          <a:ln w="0">
            <a:noFill/>
            <a:prstDash val="solid"/>
          </a:ln>
        </p:spPr>
        <p:txBody>
          <a:bodyPr/>
          <a:lstStyle>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TASK</a:t>
            </a:r>
          </a:p>
        </p:txBody>
      </p:sp>
      <p:sp>
        <p:nvSpPr>
          <p:cNvPr id="6" name="Rectangle 5">
            <a:extLst>
              <a:ext uri="{FF2B5EF4-FFF2-40B4-BE49-F238E27FC236}">
                <a16:creationId xmlns:a16="http://schemas.microsoft.com/office/drawing/2014/main" id="{3B7F42D1-25E4-44C8-A944-B5F54E69E50E}"/>
              </a:ext>
            </a:extLst>
          </p:cNvPr>
          <p:cNvSpPr>
            <a:spLocks noGrp="1"/>
          </p:cNvSpPr>
          <p:nvPr/>
        </p:nvSpPr>
        <p:spPr>
          <a:xfrm>
            <a:off x="3667125" y="1790700"/>
            <a:ext cx="7477125" cy="476250"/>
          </a:xfrm>
          <a:prstGeom prst="rect">
            <a:avLst/>
          </a:prstGeom>
          <a:noFill/>
          <a:ln w="0">
            <a:noFill/>
            <a:prstDash val="solid"/>
          </a:ln>
        </p:spPr>
        <p:txBody>
          <a:bodyPr anchor="ctr"/>
          <a:lstStyle>
            <a:defPPr>
              <a:defRPr sz="1650">
                <a:solidFill>
                  <a:srgbClr val="FFFFFF"/>
                </a:solidFill>
                <a:latin typeface="Arial"/>
                <a:ea typeface="Arial"/>
                <a:cs typeface="Arial"/>
              </a:defRPr>
            </a:defPPr>
            <a:lvl1pPr>
              <a:defRPr sz="1650">
                <a:solidFill>
                  <a:srgbClr val="FFFFFF"/>
                </a:solidFill>
                <a:latin typeface="Arial"/>
                <a:ea typeface="Arial"/>
                <a:cs typeface="Arial"/>
              </a:defRPr>
            </a:lvl1pPr>
            <a:lvl2pPr>
              <a:defRPr sz="1650">
                <a:solidFill>
                  <a:srgbClr val="FFFFFF"/>
                </a:solidFill>
                <a:latin typeface="Arial"/>
                <a:ea typeface="Arial"/>
                <a:cs typeface="Arial"/>
              </a:defRPr>
            </a:lvl2pPr>
            <a:lvl3pPr>
              <a:defRPr sz="1650">
                <a:solidFill>
                  <a:srgbClr val="FFFFFF"/>
                </a:solidFill>
                <a:latin typeface="Arial"/>
                <a:ea typeface="Arial"/>
                <a:cs typeface="Arial"/>
              </a:defRPr>
            </a:lvl3pPr>
            <a:lvl4pPr>
              <a:defRPr sz="1650">
                <a:solidFill>
                  <a:srgbClr val="FFFFFF"/>
                </a:solidFill>
                <a:latin typeface="Arial"/>
                <a:ea typeface="Arial"/>
                <a:cs typeface="Arial"/>
              </a:defRPr>
            </a:lvl4pPr>
            <a:lvl5pPr>
              <a:defRPr sz="1650">
                <a:solidFill>
                  <a:srgbClr val="FFFFFF"/>
                </a:solidFill>
                <a:latin typeface="Arial"/>
                <a:ea typeface="Arial"/>
                <a:cs typeface="Arial"/>
              </a:defRPr>
            </a:lvl5pPr>
            <a:lvl6pPr>
              <a:defRPr sz="1650">
                <a:solidFill>
                  <a:srgbClr val="FFFFFF"/>
                </a:solidFill>
                <a:latin typeface="Arial"/>
                <a:ea typeface="Arial"/>
                <a:cs typeface="Arial"/>
              </a:defRPr>
            </a:lvl6pPr>
            <a:lvl7pPr>
              <a:defRPr sz="1650">
                <a:solidFill>
                  <a:srgbClr val="FFFFFF"/>
                </a:solidFill>
                <a:latin typeface="Arial"/>
                <a:ea typeface="Arial"/>
                <a:cs typeface="Arial"/>
              </a:defRPr>
            </a:lvl7pPr>
            <a:lvl8pPr>
              <a:defRPr sz="1650">
                <a:solidFill>
                  <a:srgbClr val="FFFFFF"/>
                </a:solidFill>
                <a:latin typeface="Arial"/>
                <a:ea typeface="Arial"/>
                <a:cs typeface="Arial"/>
              </a:defRPr>
            </a:lvl8pPr>
            <a:lvl9pPr>
              <a:defRPr sz="1650">
                <a:solidFill>
                  <a:srgbClr val="FFFFFF"/>
                </a:solidFill>
                <a:latin typeface="Arial"/>
                <a:ea typeface="Arial"/>
                <a:cs typeface="Arial"/>
              </a:defRPr>
            </a:lvl9pPr>
          </a:lstStyle>
          <a:p>
            <a:pPr>
              <a:defRPr sz="1650">
                <a:solidFill>
                  <a:srgbClr val="FFFFFF"/>
                </a:solidFill>
                <a:latin typeface="Arial"/>
                <a:ea typeface="Arial"/>
                <a:cs typeface="Arial"/>
              </a:defRPr>
            </a:pPr>
            <a:r>
              <a:rPr sz="1650">
                <a:solidFill>
                  <a:srgbClr val="FFFFFF"/>
                </a:solidFill>
                <a:latin typeface="Arial"/>
                <a:ea typeface="Arial"/>
                <a:cs typeface="Arial"/>
              </a:rPr>
              <a:t>What recurring work will you redesign?</a:t>
            </a:r>
          </a:p>
        </p:txBody>
      </p:sp>
      <p:sp>
        <p:nvSpPr>
          <p:cNvPr id="7" name="Rectangle: Rounded Corners 6">
            <a:extLst>
              <a:ext uri="{FF2B5EF4-FFF2-40B4-BE49-F238E27FC236}">
                <a16:creationId xmlns:a16="http://schemas.microsoft.com/office/drawing/2014/main" id="{F501BDA5-6D72-4AC1-AC99-232A977C649E}"/>
              </a:ext>
            </a:extLst>
          </p:cNvPr>
          <p:cNvSpPr>
            <a:spLocks noGrp="1"/>
          </p:cNvSpPr>
          <p:nvPr/>
        </p:nvSpPr>
        <p:spPr>
          <a:xfrm>
            <a:off x="952500" y="2533650"/>
            <a:ext cx="2381250" cy="628650"/>
          </a:xfrm>
          <a:prstGeom prst="roundRect">
            <a:avLst>
              <a:gd name="adj" fmla="val 12121"/>
            </a:avLst>
          </a:prstGeom>
          <a:solidFill>
            <a:srgbClr val="FFFFFF"/>
          </a:solidFill>
          <a:ln w="9525">
            <a:solidFill>
              <a:srgbClr val="FFFFFF"/>
            </a:solidFill>
            <a:prstDash val="solid"/>
          </a:ln>
        </p:spPr>
        <p:txBody>
          <a:bodyPr/>
          <a:lstStyle/>
          <a:p>
            <a:endParaRPr lang="en-US"/>
          </a:p>
        </p:txBody>
      </p:sp>
      <p:sp>
        <p:nvSpPr>
          <p:cNvPr id="8" name="Rectangle 7">
            <a:extLst>
              <a:ext uri="{FF2B5EF4-FFF2-40B4-BE49-F238E27FC236}">
                <a16:creationId xmlns:a16="http://schemas.microsoft.com/office/drawing/2014/main" id="{53176947-5F39-4AEB-9478-1A98CFFC33F6}"/>
              </a:ext>
            </a:extLst>
          </p:cNvPr>
          <p:cNvSpPr>
            <a:spLocks noGrp="1"/>
          </p:cNvSpPr>
          <p:nvPr/>
        </p:nvSpPr>
        <p:spPr>
          <a:xfrm>
            <a:off x="1143000" y="2647950"/>
            <a:ext cx="2000250" cy="400050"/>
          </a:xfrm>
          <a:prstGeom prst="rect">
            <a:avLst/>
          </a:prstGeom>
          <a:noFill/>
          <a:ln w="0">
            <a:noFill/>
            <a:prstDash val="solid"/>
          </a:ln>
        </p:spPr>
        <p:txBody>
          <a:bodyPr/>
          <a:lstStyle>
            <a:defPPr algn="ctr">
              <a:defRPr sz="1650" b="1">
                <a:solidFill>
                  <a:srgbClr val="003C72"/>
                </a:solidFill>
                <a:latin typeface="Arial"/>
                <a:ea typeface="Arial"/>
                <a:cs typeface="Arial"/>
              </a:defRPr>
            </a:defPPr>
            <a:lvl1pPr algn="ctr">
              <a:defRPr sz="1650" b="1">
                <a:solidFill>
                  <a:srgbClr val="003C72"/>
                </a:solidFill>
                <a:latin typeface="Arial"/>
                <a:ea typeface="Arial"/>
                <a:cs typeface="Arial"/>
              </a:defRPr>
            </a:lvl1pPr>
            <a:lvl2pPr algn="ctr">
              <a:defRPr sz="1650" b="1">
                <a:solidFill>
                  <a:srgbClr val="003C72"/>
                </a:solidFill>
                <a:latin typeface="Arial"/>
                <a:ea typeface="Arial"/>
                <a:cs typeface="Arial"/>
              </a:defRPr>
            </a:lvl2pPr>
            <a:lvl3pPr algn="ctr">
              <a:defRPr sz="1650" b="1">
                <a:solidFill>
                  <a:srgbClr val="003C72"/>
                </a:solidFill>
                <a:latin typeface="Arial"/>
                <a:ea typeface="Arial"/>
                <a:cs typeface="Arial"/>
              </a:defRPr>
            </a:lvl3pPr>
            <a:lvl4pPr algn="ctr">
              <a:defRPr sz="1650" b="1">
                <a:solidFill>
                  <a:srgbClr val="003C72"/>
                </a:solidFill>
                <a:latin typeface="Arial"/>
                <a:ea typeface="Arial"/>
                <a:cs typeface="Arial"/>
              </a:defRPr>
            </a:lvl4pPr>
            <a:lvl5pPr algn="ctr">
              <a:defRPr sz="1650" b="1">
                <a:solidFill>
                  <a:srgbClr val="003C72"/>
                </a:solidFill>
                <a:latin typeface="Arial"/>
                <a:ea typeface="Arial"/>
                <a:cs typeface="Arial"/>
              </a:defRPr>
            </a:lvl5pPr>
            <a:lvl6pPr algn="ctr">
              <a:defRPr sz="1650" b="1">
                <a:solidFill>
                  <a:srgbClr val="003C72"/>
                </a:solidFill>
                <a:latin typeface="Arial"/>
                <a:ea typeface="Arial"/>
                <a:cs typeface="Arial"/>
              </a:defRPr>
            </a:lvl6pPr>
            <a:lvl7pPr algn="ctr">
              <a:defRPr sz="1650" b="1">
                <a:solidFill>
                  <a:srgbClr val="003C72"/>
                </a:solidFill>
                <a:latin typeface="Arial"/>
                <a:ea typeface="Arial"/>
                <a:cs typeface="Arial"/>
              </a:defRPr>
            </a:lvl7pPr>
            <a:lvl8pPr algn="ctr">
              <a:defRPr sz="1650" b="1">
                <a:solidFill>
                  <a:srgbClr val="003C72"/>
                </a:solidFill>
                <a:latin typeface="Arial"/>
                <a:ea typeface="Arial"/>
                <a:cs typeface="Arial"/>
              </a:defRPr>
            </a:lvl8pPr>
            <a:lvl9pPr algn="ctr">
              <a:defRPr sz="1650" b="1">
                <a:solidFill>
                  <a:srgbClr val="003C72"/>
                </a:solidFill>
                <a:latin typeface="Arial"/>
                <a:ea typeface="Arial"/>
                <a:cs typeface="Arial"/>
              </a:defRPr>
            </a:lvl9pPr>
          </a:lstStyle>
          <a:p>
            <a:pPr algn="ctr">
              <a:defRPr sz="1650" b="1">
                <a:solidFill>
                  <a:srgbClr val="003C72"/>
                </a:solidFill>
                <a:latin typeface="Arial"/>
                <a:ea typeface="Arial"/>
                <a:cs typeface="Arial"/>
              </a:defRPr>
            </a:pPr>
            <a:r>
              <a:rPr sz="1650" b="1">
                <a:solidFill>
                  <a:srgbClr val="003C72"/>
                </a:solidFill>
                <a:latin typeface="Arial"/>
                <a:ea typeface="Arial"/>
                <a:cs typeface="Arial"/>
              </a:rPr>
              <a:t>AI ROLE</a:t>
            </a:r>
          </a:p>
        </p:txBody>
      </p:sp>
      <p:sp>
        <p:nvSpPr>
          <p:cNvPr id="9" name="Rectangle 8">
            <a:extLst>
              <a:ext uri="{FF2B5EF4-FFF2-40B4-BE49-F238E27FC236}">
                <a16:creationId xmlns:a16="http://schemas.microsoft.com/office/drawing/2014/main" id="{41568EDA-A3C4-4049-B23A-4FEA3DB42773}"/>
              </a:ext>
            </a:extLst>
          </p:cNvPr>
          <p:cNvSpPr>
            <a:spLocks noGrp="1"/>
          </p:cNvSpPr>
          <p:nvPr/>
        </p:nvSpPr>
        <p:spPr>
          <a:xfrm>
            <a:off x="3667125" y="2609850"/>
            <a:ext cx="7477125" cy="476250"/>
          </a:xfrm>
          <a:prstGeom prst="rect">
            <a:avLst/>
          </a:prstGeom>
          <a:noFill/>
          <a:ln w="0">
            <a:noFill/>
            <a:prstDash val="solid"/>
          </a:ln>
        </p:spPr>
        <p:txBody>
          <a:bodyPr anchor="ctr"/>
          <a:lstStyle>
            <a:defPPr>
              <a:defRPr sz="1650">
                <a:solidFill>
                  <a:srgbClr val="FFFFFF"/>
                </a:solidFill>
                <a:latin typeface="Arial"/>
                <a:ea typeface="Arial"/>
                <a:cs typeface="Arial"/>
              </a:defRPr>
            </a:defPPr>
            <a:lvl1pPr>
              <a:defRPr sz="1650">
                <a:solidFill>
                  <a:srgbClr val="FFFFFF"/>
                </a:solidFill>
                <a:latin typeface="Arial"/>
                <a:ea typeface="Arial"/>
                <a:cs typeface="Arial"/>
              </a:defRPr>
            </a:lvl1pPr>
            <a:lvl2pPr>
              <a:defRPr sz="1650">
                <a:solidFill>
                  <a:srgbClr val="FFFFFF"/>
                </a:solidFill>
                <a:latin typeface="Arial"/>
                <a:ea typeface="Arial"/>
                <a:cs typeface="Arial"/>
              </a:defRPr>
            </a:lvl2pPr>
            <a:lvl3pPr>
              <a:defRPr sz="1650">
                <a:solidFill>
                  <a:srgbClr val="FFFFFF"/>
                </a:solidFill>
                <a:latin typeface="Arial"/>
                <a:ea typeface="Arial"/>
                <a:cs typeface="Arial"/>
              </a:defRPr>
            </a:lvl3pPr>
            <a:lvl4pPr>
              <a:defRPr sz="1650">
                <a:solidFill>
                  <a:srgbClr val="FFFFFF"/>
                </a:solidFill>
                <a:latin typeface="Arial"/>
                <a:ea typeface="Arial"/>
                <a:cs typeface="Arial"/>
              </a:defRPr>
            </a:lvl4pPr>
            <a:lvl5pPr>
              <a:defRPr sz="1650">
                <a:solidFill>
                  <a:srgbClr val="FFFFFF"/>
                </a:solidFill>
                <a:latin typeface="Arial"/>
                <a:ea typeface="Arial"/>
                <a:cs typeface="Arial"/>
              </a:defRPr>
            </a:lvl5pPr>
            <a:lvl6pPr>
              <a:defRPr sz="1650">
                <a:solidFill>
                  <a:srgbClr val="FFFFFF"/>
                </a:solidFill>
                <a:latin typeface="Arial"/>
                <a:ea typeface="Arial"/>
                <a:cs typeface="Arial"/>
              </a:defRPr>
            </a:lvl6pPr>
            <a:lvl7pPr>
              <a:defRPr sz="1650">
                <a:solidFill>
                  <a:srgbClr val="FFFFFF"/>
                </a:solidFill>
                <a:latin typeface="Arial"/>
                <a:ea typeface="Arial"/>
                <a:cs typeface="Arial"/>
              </a:defRPr>
            </a:lvl7pPr>
            <a:lvl8pPr>
              <a:defRPr sz="1650">
                <a:solidFill>
                  <a:srgbClr val="FFFFFF"/>
                </a:solidFill>
                <a:latin typeface="Arial"/>
                <a:ea typeface="Arial"/>
                <a:cs typeface="Arial"/>
              </a:defRPr>
            </a:lvl8pPr>
            <a:lvl9pPr>
              <a:defRPr sz="1650">
                <a:solidFill>
                  <a:srgbClr val="FFFFFF"/>
                </a:solidFill>
                <a:latin typeface="Arial"/>
                <a:ea typeface="Arial"/>
                <a:cs typeface="Arial"/>
              </a:defRPr>
            </a:lvl9pPr>
          </a:lstStyle>
          <a:p>
            <a:pPr>
              <a:defRPr sz="1650">
                <a:solidFill>
                  <a:srgbClr val="FFFFFF"/>
                </a:solidFill>
                <a:latin typeface="Arial"/>
                <a:ea typeface="Arial"/>
                <a:cs typeface="Arial"/>
              </a:defRPr>
            </a:pPr>
            <a:r>
              <a:rPr sz="1650">
                <a:solidFill>
                  <a:srgbClr val="FFFFFF"/>
                </a:solidFill>
                <a:latin typeface="Arial"/>
                <a:ea typeface="Arial"/>
                <a:cs typeface="Arial"/>
              </a:rPr>
              <a:t>What will the tool draft, organize, or suggest?</a:t>
            </a:r>
          </a:p>
        </p:txBody>
      </p:sp>
      <p:sp>
        <p:nvSpPr>
          <p:cNvPr id="10" name="Rectangle: Rounded Corners 9">
            <a:extLst>
              <a:ext uri="{FF2B5EF4-FFF2-40B4-BE49-F238E27FC236}">
                <a16:creationId xmlns:a16="http://schemas.microsoft.com/office/drawing/2014/main" id="{C355A3F4-8CC5-4832-8A36-60CA6C4F5DA5}"/>
              </a:ext>
            </a:extLst>
          </p:cNvPr>
          <p:cNvSpPr>
            <a:spLocks noGrp="1"/>
          </p:cNvSpPr>
          <p:nvPr/>
        </p:nvSpPr>
        <p:spPr>
          <a:xfrm>
            <a:off x="952500" y="3352800"/>
            <a:ext cx="2381250" cy="628650"/>
          </a:xfrm>
          <a:prstGeom prst="roundRect">
            <a:avLst>
              <a:gd name="adj" fmla="val 12121"/>
            </a:avLst>
          </a:prstGeom>
          <a:solidFill>
            <a:srgbClr val="FFFFFF"/>
          </a:solidFill>
          <a:ln w="9525">
            <a:solidFill>
              <a:srgbClr val="FFFFFF"/>
            </a:solidFill>
            <a:prstDash val="solid"/>
          </a:ln>
        </p:spPr>
        <p:txBody>
          <a:bodyPr/>
          <a:lstStyle/>
          <a:p>
            <a:endParaRPr lang="en-US"/>
          </a:p>
        </p:txBody>
      </p:sp>
      <p:sp>
        <p:nvSpPr>
          <p:cNvPr id="11" name="Rectangle 10">
            <a:extLst>
              <a:ext uri="{FF2B5EF4-FFF2-40B4-BE49-F238E27FC236}">
                <a16:creationId xmlns:a16="http://schemas.microsoft.com/office/drawing/2014/main" id="{BAA9566F-5589-4400-A1A5-42C6A985A552}"/>
              </a:ext>
            </a:extLst>
          </p:cNvPr>
          <p:cNvSpPr>
            <a:spLocks noGrp="1"/>
          </p:cNvSpPr>
          <p:nvPr/>
        </p:nvSpPr>
        <p:spPr>
          <a:xfrm>
            <a:off x="1143000" y="3467100"/>
            <a:ext cx="2000250" cy="400050"/>
          </a:xfrm>
          <a:prstGeom prst="rect">
            <a:avLst/>
          </a:prstGeom>
          <a:noFill/>
          <a:ln w="0">
            <a:noFill/>
            <a:prstDash val="solid"/>
          </a:ln>
        </p:spPr>
        <p:txBody>
          <a:bodyPr/>
          <a:lstStyle>
            <a:defPPr algn="ctr">
              <a:defRPr sz="1650" b="1">
                <a:solidFill>
                  <a:srgbClr val="003C72"/>
                </a:solidFill>
                <a:latin typeface="Arial"/>
                <a:ea typeface="Arial"/>
                <a:cs typeface="Arial"/>
              </a:defRPr>
            </a:defPPr>
            <a:lvl1pPr algn="ctr">
              <a:defRPr sz="1650" b="1">
                <a:solidFill>
                  <a:srgbClr val="003C72"/>
                </a:solidFill>
                <a:latin typeface="Arial"/>
                <a:ea typeface="Arial"/>
                <a:cs typeface="Arial"/>
              </a:defRPr>
            </a:lvl1pPr>
            <a:lvl2pPr algn="ctr">
              <a:defRPr sz="1650" b="1">
                <a:solidFill>
                  <a:srgbClr val="003C72"/>
                </a:solidFill>
                <a:latin typeface="Arial"/>
                <a:ea typeface="Arial"/>
                <a:cs typeface="Arial"/>
              </a:defRPr>
            </a:lvl2pPr>
            <a:lvl3pPr algn="ctr">
              <a:defRPr sz="1650" b="1">
                <a:solidFill>
                  <a:srgbClr val="003C72"/>
                </a:solidFill>
                <a:latin typeface="Arial"/>
                <a:ea typeface="Arial"/>
                <a:cs typeface="Arial"/>
              </a:defRPr>
            </a:lvl3pPr>
            <a:lvl4pPr algn="ctr">
              <a:defRPr sz="1650" b="1">
                <a:solidFill>
                  <a:srgbClr val="003C72"/>
                </a:solidFill>
                <a:latin typeface="Arial"/>
                <a:ea typeface="Arial"/>
                <a:cs typeface="Arial"/>
              </a:defRPr>
            </a:lvl4pPr>
            <a:lvl5pPr algn="ctr">
              <a:defRPr sz="1650" b="1">
                <a:solidFill>
                  <a:srgbClr val="003C72"/>
                </a:solidFill>
                <a:latin typeface="Arial"/>
                <a:ea typeface="Arial"/>
                <a:cs typeface="Arial"/>
              </a:defRPr>
            </a:lvl5pPr>
            <a:lvl6pPr algn="ctr">
              <a:defRPr sz="1650" b="1">
                <a:solidFill>
                  <a:srgbClr val="003C72"/>
                </a:solidFill>
                <a:latin typeface="Arial"/>
                <a:ea typeface="Arial"/>
                <a:cs typeface="Arial"/>
              </a:defRPr>
            </a:lvl6pPr>
            <a:lvl7pPr algn="ctr">
              <a:defRPr sz="1650" b="1">
                <a:solidFill>
                  <a:srgbClr val="003C72"/>
                </a:solidFill>
                <a:latin typeface="Arial"/>
                <a:ea typeface="Arial"/>
                <a:cs typeface="Arial"/>
              </a:defRPr>
            </a:lvl7pPr>
            <a:lvl8pPr algn="ctr">
              <a:defRPr sz="1650" b="1">
                <a:solidFill>
                  <a:srgbClr val="003C72"/>
                </a:solidFill>
                <a:latin typeface="Arial"/>
                <a:ea typeface="Arial"/>
                <a:cs typeface="Arial"/>
              </a:defRPr>
            </a:lvl8pPr>
            <a:lvl9pPr algn="ctr">
              <a:defRPr sz="1650" b="1">
                <a:solidFill>
                  <a:srgbClr val="003C72"/>
                </a:solidFill>
                <a:latin typeface="Arial"/>
                <a:ea typeface="Arial"/>
                <a:cs typeface="Arial"/>
              </a:defRPr>
            </a:lvl9pPr>
          </a:lstStyle>
          <a:p>
            <a:pPr algn="ctr">
              <a:defRPr sz="1650" b="1">
                <a:solidFill>
                  <a:srgbClr val="003C72"/>
                </a:solidFill>
                <a:latin typeface="Arial"/>
                <a:ea typeface="Arial"/>
                <a:cs typeface="Arial"/>
              </a:defRPr>
            </a:pPr>
            <a:r>
              <a:rPr sz="1650" b="1">
                <a:solidFill>
                  <a:srgbClr val="003C72"/>
                </a:solidFill>
                <a:latin typeface="Arial"/>
                <a:ea typeface="Arial"/>
                <a:cs typeface="Arial"/>
              </a:rPr>
              <a:t>HUMAN CHECK</a:t>
            </a:r>
          </a:p>
        </p:txBody>
      </p:sp>
      <p:sp>
        <p:nvSpPr>
          <p:cNvPr id="12" name="Rectangle 11">
            <a:extLst>
              <a:ext uri="{FF2B5EF4-FFF2-40B4-BE49-F238E27FC236}">
                <a16:creationId xmlns:a16="http://schemas.microsoft.com/office/drawing/2014/main" id="{79A16942-D8E2-4C4E-B7A1-45F253942E29}"/>
              </a:ext>
            </a:extLst>
          </p:cNvPr>
          <p:cNvSpPr>
            <a:spLocks noGrp="1"/>
          </p:cNvSpPr>
          <p:nvPr/>
        </p:nvSpPr>
        <p:spPr>
          <a:xfrm>
            <a:off x="3667125" y="3429000"/>
            <a:ext cx="7477125" cy="476250"/>
          </a:xfrm>
          <a:prstGeom prst="rect">
            <a:avLst/>
          </a:prstGeom>
          <a:noFill/>
          <a:ln w="0">
            <a:noFill/>
            <a:prstDash val="solid"/>
          </a:ln>
        </p:spPr>
        <p:txBody>
          <a:bodyPr anchor="ctr"/>
          <a:lstStyle>
            <a:defPPr>
              <a:defRPr sz="1650">
                <a:solidFill>
                  <a:srgbClr val="FFFFFF"/>
                </a:solidFill>
                <a:latin typeface="Arial"/>
                <a:ea typeface="Arial"/>
                <a:cs typeface="Arial"/>
              </a:defRPr>
            </a:defPPr>
            <a:lvl1pPr>
              <a:defRPr sz="1650">
                <a:solidFill>
                  <a:srgbClr val="FFFFFF"/>
                </a:solidFill>
                <a:latin typeface="Arial"/>
                <a:ea typeface="Arial"/>
                <a:cs typeface="Arial"/>
              </a:defRPr>
            </a:lvl1pPr>
            <a:lvl2pPr>
              <a:defRPr sz="1650">
                <a:solidFill>
                  <a:srgbClr val="FFFFFF"/>
                </a:solidFill>
                <a:latin typeface="Arial"/>
                <a:ea typeface="Arial"/>
                <a:cs typeface="Arial"/>
              </a:defRPr>
            </a:lvl2pPr>
            <a:lvl3pPr>
              <a:defRPr sz="1650">
                <a:solidFill>
                  <a:srgbClr val="FFFFFF"/>
                </a:solidFill>
                <a:latin typeface="Arial"/>
                <a:ea typeface="Arial"/>
                <a:cs typeface="Arial"/>
              </a:defRPr>
            </a:lvl3pPr>
            <a:lvl4pPr>
              <a:defRPr sz="1650">
                <a:solidFill>
                  <a:srgbClr val="FFFFFF"/>
                </a:solidFill>
                <a:latin typeface="Arial"/>
                <a:ea typeface="Arial"/>
                <a:cs typeface="Arial"/>
              </a:defRPr>
            </a:lvl4pPr>
            <a:lvl5pPr>
              <a:defRPr sz="1650">
                <a:solidFill>
                  <a:srgbClr val="FFFFFF"/>
                </a:solidFill>
                <a:latin typeface="Arial"/>
                <a:ea typeface="Arial"/>
                <a:cs typeface="Arial"/>
              </a:defRPr>
            </a:lvl5pPr>
            <a:lvl6pPr>
              <a:defRPr sz="1650">
                <a:solidFill>
                  <a:srgbClr val="FFFFFF"/>
                </a:solidFill>
                <a:latin typeface="Arial"/>
                <a:ea typeface="Arial"/>
                <a:cs typeface="Arial"/>
              </a:defRPr>
            </a:lvl6pPr>
            <a:lvl7pPr>
              <a:defRPr sz="1650">
                <a:solidFill>
                  <a:srgbClr val="FFFFFF"/>
                </a:solidFill>
                <a:latin typeface="Arial"/>
                <a:ea typeface="Arial"/>
                <a:cs typeface="Arial"/>
              </a:defRPr>
            </a:lvl7pPr>
            <a:lvl8pPr>
              <a:defRPr sz="1650">
                <a:solidFill>
                  <a:srgbClr val="FFFFFF"/>
                </a:solidFill>
                <a:latin typeface="Arial"/>
                <a:ea typeface="Arial"/>
                <a:cs typeface="Arial"/>
              </a:defRPr>
            </a:lvl8pPr>
            <a:lvl9pPr>
              <a:defRPr sz="1650">
                <a:solidFill>
                  <a:srgbClr val="FFFFFF"/>
                </a:solidFill>
                <a:latin typeface="Arial"/>
                <a:ea typeface="Arial"/>
                <a:cs typeface="Arial"/>
              </a:defRPr>
            </a:lvl9pPr>
          </a:lstStyle>
          <a:p>
            <a:pPr>
              <a:defRPr sz="1650">
                <a:solidFill>
                  <a:srgbClr val="FFFFFF"/>
                </a:solidFill>
                <a:latin typeface="Arial"/>
                <a:ea typeface="Arial"/>
                <a:cs typeface="Arial"/>
              </a:defRPr>
            </a:pPr>
            <a:r>
              <a:rPr sz="1650">
                <a:solidFill>
                  <a:srgbClr val="FFFFFF"/>
                </a:solidFill>
                <a:latin typeface="Arial"/>
                <a:ea typeface="Arial"/>
                <a:cs typeface="Arial"/>
              </a:rPr>
              <a:t>What must a person verify or decide?</a:t>
            </a:r>
          </a:p>
        </p:txBody>
      </p:sp>
      <p:sp>
        <p:nvSpPr>
          <p:cNvPr id="13" name="Rectangle: Rounded Corners 12">
            <a:extLst>
              <a:ext uri="{FF2B5EF4-FFF2-40B4-BE49-F238E27FC236}">
                <a16:creationId xmlns:a16="http://schemas.microsoft.com/office/drawing/2014/main" id="{3420224B-DB58-4B54-8536-2B5822348AB7}"/>
              </a:ext>
            </a:extLst>
          </p:cNvPr>
          <p:cNvSpPr>
            <a:spLocks noGrp="1"/>
          </p:cNvSpPr>
          <p:nvPr/>
        </p:nvSpPr>
        <p:spPr>
          <a:xfrm>
            <a:off x="952500" y="4171950"/>
            <a:ext cx="2381250" cy="628650"/>
          </a:xfrm>
          <a:prstGeom prst="roundRect">
            <a:avLst>
              <a:gd name="adj" fmla="val 12121"/>
            </a:avLst>
          </a:prstGeom>
          <a:solidFill>
            <a:srgbClr val="FFFFFF"/>
          </a:solidFill>
          <a:ln w="9525">
            <a:solidFill>
              <a:srgbClr val="FFFFFF"/>
            </a:solidFill>
            <a:prstDash val="solid"/>
          </a:ln>
        </p:spPr>
        <p:txBody>
          <a:bodyPr/>
          <a:lstStyle/>
          <a:p>
            <a:endParaRPr lang="en-US"/>
          </a:p>
        </p:txBody>
      </p:sp>
      <p:sp>
        <p:nvSpPr>
          <p:cNvPr id="14" name="Rectangle 13">
            <a:extLst>
              <a:ext uri="{FF2B5EF4-FFF2-40B4-BE49-F238E27FC236}">
                <a16:creationId xmlns:a16="http://schemas.microsoft.com/office/drawing/2014/main" id="{58427E2F-E63A-4DF5-98EF-59752F259623}"/>
              </a:ext>
            </a:extLst>
          </p:cNvPr>
          <p:cNvSpPr>
            <a:spLocks noGrp="1"/>
          </p:cNvSpPr>
          <p:nvPr/>
        </p:nvSpPr>
        <p:spPr>
          <a:xfrm>
            <a:off x="1143000" y="4286250"/>
            <a:ext cx="2000250" cy="400050"/>
          </a:xfrm>
          <a:prstGeom prst="rect">
            <a:avLst/>
          </a:prstGeom>
          <a:noFill/>
          <a:ln w="0">
            <a:noFill/>
            <a:prstDash val="solid"/>
          </a:ln>
        </p:spPr>
        <p:txBody>
          <a:bodyPr/>
          <a:lstStyle>
            <a:defPPr algn="ctr">
              <a:defRPr sz="1650" b="1">
                <a:solidFill>
                  <a:srgbClr val="003C72"/>
                </a:solidFill>
                <a:latin typeface="Arial"/>
                <a:ea typeface="Arial"/>
                <a:cs typeface="Arial"/>
              </a:defRPr>
            </a:defPPr>
            <a:lvl1pPr algn="ctr">
              <a:defRPr sz="1650" b="1">
                <a:solidFill>
                  <a:srgbClr val="003C72"/>
                </a:solidFill>
                <a:latin typeface="Arial"/>
                <a:ea typeface="Arial"/>
                <a:cs typeface="Arial"/>
              </a:defRPr>
            </a:lvl1pPr>
            <a:lvl2pPr algn="ctr">
              <a:defRPr sz="1650" b="1">
                <a:solidFill>
                  <a:srgbClr val="003C72"/>
                </a:solidFill>
                <a:latin typeface="Arial"/>
                <a:ea typeface="Arial"/>
                <a:cs typeface="Arial"/>
              </a:defRPr>
            </a:lvl2pPr>
            <a:lvl3pPr algn="ctr">
              <a:defRPr sz="1650" b="1">
                <a:solidFill>
                  <a:srgbClr val="003C72"/>
                </a:solidFill>
                <a:latin typeface="Arial"/>
                <a:ea typeface="Arial"/>
                <a:cs typeface="Arial"/>
              </a:defRPr>
            </a:lvl3pPr>
            <a:lvl4pPr algn="ctr">
              <a:defRPr sz="1650" b="1">
                <a:solidFill>
                  <a:srgbClr val="003C72"/>
                </a:solidFill>
                <a:latin typeface="Arial"/>
                <a:ea typeface="Arial"/>
                <a:cs typeface="Arial"/>
              </a:defRPr>
            </a:lvl4pPr>
            <a:lvl5pPr algn="ctr">
              <a:defRPr sz="1650" b="1">
                <a:solidFill>
                  <a:srgbClr val="003C72"/>
                </a:solidFill>
                <a:latin typeface="Arial"/>
                <a:ea typeface="Arial"/>
                <a:cs typeface="Arial"/>
              </a:defRPr>
            </a:lvl5pPr>
            <a:lvl6pPr algn="ctr">
              <a:defRPr sz="1650" b="1">
                <a:solidFill>
                  <a:srgbClr val="003C72"/>
                </a:solidFill>
                <a:latin typeface="Arial"/>
                <a:ea typeface="Arial"/>
                <a:cs typeface="Arial"/>
              </a:defRPr>
            </a:lvl6pPr>
            <a:lvl7pPr algn="ctr">
              <a:defRPr sz="1650" b="1">
                <a:solidFill>
                  <a:srgbClr val="003C72"/>
                </a:solidFill>
                <a:latin typeface="Arial"/>
                <a:ea typeface="Arial"/>
                <a:cs typeface="Arial"/>
              </a:defRPr>
            </a:lvl7pPr>
            <a:lvl8pPr algn="ctr">
              <a:defRPr sz="1650" b="1">
                <a:solidFill>
                  <a:srgbClr val="003C72"/>
                </a:solidFill>
                <a:latin typeface="Arial"/>
                <a:ea typeface="Arial"/>
                <a:cs typeface="Arial"/>
              </a:defRPr>
            </a:lvl8pPr>
            <a:lvl9pPr algn="ctr">
              <a:defRPr sz="1650" b="1">
                <a:solidFill>
                  <a:srgbClr val="003C72"/>
                </a:solidFill>
                <a:latin typeface="Arial"/>
                <a:ea typeface="Arial"/>
                <a:cs typeface="Arial"/>
              </a:defRPr>
            </a:lvl9pPr>
          </a:lstStyle>
          <a:p>
            <a:pPr algn="ctr">
              <a:defRPr sz="1650" b="1">
                <a:solidFill>
                  <a:srgbClr val="003C72"/>
                </a:solidFill>
                <a:latin typeface="Arial"/>
                <a:ea typeface="Arial"/>
                <a:cs typeface="Arial"/>
              </a:defRPr>
            </a:pPr>
            <a:r>
              <a:rPr sz="1650" b="1">
                <a:solidFill>
                  <a:srgbClr val="003C72"/>
                </a:solidFill>
                <a:latin typeface="Arial"/>
                <a:ea typeface="Arial"/>
                <a:cs typeface="Arial"/>
              </a:rPr>
              <a:t>GUARDRAIL</a:t>
            </a:r>
          </a:p>
        </p:txBody>
      </p:sp>
      <p:sp>
        <p:nvSpPr>
          <p:cNvPr id="15" name="Rectangle 14">
            <a:extLst>
              <a:ext uri="{FF2B5EF4-FFF2-40B4-BE49-F238E27FC236}">
                <a16:creationId xmlns:a16="http://schemas.microsoft.com/office/drawing/2014/main" id="{9607A984-7F77-40D7-A9A4-4712C3E96309}"/>
              </a:ext>
            </a:extLst>
          </p:cNvPr>
          <p:cNvSpPr>
            <a:spLocks noGrp="1"/>
          </p:cNvSpPr>
          <p:nvPr/>
        </p:nvSpPr>
        <p:spPr>
          <a:xfrm>
            <a:off x="3667125" y="4248150"/>
            <a:ext cx="7477125" cy="476250"/>
          </a:xfrm>
          <a:prstGeom prst="rect">
            <a:avLst/>
          </a:prstGeom>
          <a:noFill/>
          <a:ln w="0">
            <a:noFill/>
            <a:prstDash val="solid"/>
          </a:ln>
        </p:spPr>
        <p:txBody>
          <a:bodyPr anchor="ctr"/>
          <a:lstStyle>
            <a:defPPr>
              <a:defRPr sz="1650">
                <a:solidFill>
                  <a:srgbClr val="FFFFFF"/>
                </a:solidFill>
                <a:latin typeface="Arial"/>
                <a:ea typeface="Arial"/>
                <a:cs typeface="Arial"/>
              </a:defRPr>
            </a:defPPr>
            <a:lvl1pPr>
              <a:defRPr sz="1650">
                <a:solidFill>
                  <a:srgbClr val="FFFFFF"/>
                </a:solidFill>
                <a:latin typeface="Arial"/>
                <a:ea typeface="Arial"/>
                <a:cs typeface="Arial"/>
              </a:defRPr>
            </a:lvl1pPr>
            <a:lvl2pPr>
              <a:defRPr sz="1650">
                <a:solidFill>
                  <a:srgbClr val="FFFFFF"/>
                </a:solidFill>
                <a:latin typeface="Arial"/>
                <a:ea typeface="Arial"/>
                <a:cs typeface="Arial"/>
              </a:defRPr>
            </a:lvl2pPr>
            <a:lvl3pPr>
              <a:defRPr sz="1650">
                <a:solidFill>
                  <a:srgbClr val="FFFFFF"/>
                </a:solidFill>
                <a:latin typeface="Arial"/>
                <a:ea typeface="Arial"/>
                <a:cs typeface="Arial"/>
              </a:defRPr>
            </a:lvl3pPr>
            <a:lvl4pPr>
              <a:defRPr sz="1650">
                <a:solidFill>
                  <a:srgbClr val="FFFFFF"/>
                </a:solidFill>
                <a:latin typeface="Arial"/>
                <a:ea typeface="Arial"/>
                <a:cs typeface="Arial"/>
              </a:defRPr>
            </a:lvl4pPr>
            <a:lvl5pPr>
              <a:defRPr sz="1650">
                <a:solidFill>
                  <a:srgbClr val="FFFFFF"/>
                </a:solidFill>
                <a:latin typeface="Arial"/>
                <a:ea typeface="Arial"/>
                <a:cs typeface="Arial"/>
              </a:defRPr>
            </a:lvl5pPr>
            <a:lvl6pPr>
              <a:defRPr sz="1650">
                <a:solidFill>
                  <a:srgbClr val="FFFFFF"/>
                </a:solidFill>
                <a:latin typeface="Arial"/>
                <a:ea typeface="Arial"/>
                <a:cs typeface="Arial"/>
              </a:defRPr>
            </a:lvl6pPr>
            <a:lvl7pPr>
              <a:defRPr sz="1650">
                <a:solidFill>
                  <a:srgbClr val="FFFFFF"/>
                </a:solidFill>
                <a:latin typeface="Arial"/>
                <a:ea typeface="Arial"/>
                <a:cs typeface="Arial"/>
              </a:defRPr>
            </a:lvl7pPr>
            <a:lvl8pPr>
              <a:defRPr sz="1650">
                <a:solidFill>
                  <a:srgbClr val="FFFFFF"/>
                </a:solidFill>
                <a:latin typeface="Arial"/>
                <a:ea typeface="Arial"/>
                <a:cs typeface="Arial"/>
              </a:defRPr>
            </a:lvl8pPr>
            <a:lvl9pPr>
              <a:defRPr sz="1650">
                <a:solidFill>
                  <a:srgbClr val="FFFFFF"/>
                </a:solidFill>
                <a:latin typeface="Arial"/>
                <a:ea typeface="Arial"/>
                <a:cs typeface="Arial"/>
              </a:defRPr>
            </a:lvl9pPr>
          </a:lstStyle>
          <a:p>
            <a:pPr>
              <a:defRPr sz="1650">
                <a:solidFill>
                  <a:srgbClr val="FFFFFF"/>
                </a:solidFill>
                <a:latin typeface="Arial"/>
                <a:ea typeface="Arial"/>
                <a:cs typeface="Arial"/>
              </a:defRPr>
            </a:pPr>
            <a:r>
              <a:rPr sz="1650">
                <a:solidFill>
                  <a:srgbClr val="FFFFFF"/>
                </a:solidFill>
                <a:latin typeface="Arial"/>
                <a:ea typeface="Arial"/>
                <a:cs typeface="Arial"/>
              </a:rPr>
              <a:t>What information or action stays off-limits?</a:t>
            </a:r>
          </a:p>
        </p:txBody>
      </p:sp>
      <p:sp>
        <p:nvSpPr>
          <p:cNvPr id="16" name="Rectangle: Rounded Corners 15">
            <a:extLst>
              <a:ext uri="{FF2B5EF4-FFF2-40B4-BE49-F238E27FC236}">
                <a16:creationId xmlns:a16="http://schemas.microsoft.com/office/drawing/2014/main" id="{0FC02B1E-A148-4DC9-BCD5-F751331A5612}"/>
              </a:ext>
            </a:extLst>
          </p:cNvPr>
          <p:cNvSpPr>
            <a:spLocks noGrp="1"/>
          </p:cNvSpPr>
          <p:nvPr/>
        </p:nvSpPr>
        <p:spPr>
          <a:xfrm>
            <a:off x="952500" y="4991100"/>
            <a:ext cx="2381250" cy="628650"/>
          </a:xfrm>
          <a:prstGeom prst="roundRect">
            <a:avLst>
              <a:gd name="adj" fmla="val 12121"/>
            </a:avLst>
          </a:prstGeom>
          <a:solidFill>
            <a:srgbClr val="FE5200"/>
          </a:solidFill>
          <a:ln w="9525">
            <a:solidFill>
              <a:srgbClr val="FFFFFF"/>
            </a:solidFill>
            <a:prstDash val="solid"/>
          </a:ln>
        </p:spPr>
        <p:txBody>
          <a:bodyPr/>
          <a:lstStyle/>
          <a:p>
            <a:endParaRPr lang="en-US"/>
          </a:p>
        </p:txBody>
      </p:sp>
      <p:sp>
        <p:nvSpPr>
          <p:cNvPr id="17" name="Rectangle 16">
            <a:extLst>
              <a:ext uri="{FF2B5EF4-FFF2-40B4-BE49-F238E27FC236}">
                <a16:creationId xmlns:a16="http://schemas.microsoft.com/office/drawing/2014/main" id="{A81121BD-0B53-4930-927A-8CB2BD0B30DF}"/>
              </a:ext>
            </a:extLst>
          </p:cNvPr>
          <p:cNvSpPr>
            <a:spLocks noGrp="1"/>
          </p:cNvSpPr>
          <p:nvPr/>
        </p:nvSpPr>
        <p:spPr>
          <a:xfrm>
            <a:off x="1143000" y="5105400"/>
            <a:ext cx="2000250" cy="400050"/>
          </a:xfrm>
          <a:prstGeom prst="rect">
            <a:avLst/>
          </a:prstGeom>
          <a:noFill/>
          <a:ln w="0">
            <a:noFill/>
            <a:prstDash val="solid"/>
          </a:ln>
        </p:spPr>
        <p:txBody>
          <a:bodyPr/>
          <a:lstStyle>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a:pPr algn="ctr">
              <a:defRPr sz="1650" b="1">
                <a:solidFill>
                  <a:srgbClr val="FFFFFF"/>
                </a:solidFill>
                <a:latin typeface="Arial"/>
                <a:ea typeface="Arial"/>
                <a:cs typeface="Arial"/>
              </a:defRPr>
            </a:pPr>
            <a:r>
              <a:rPr sz="1650" b="1">
                <a:solidFill>
                  <a:srgbClr val="FFFFFF"/>
                </a:solidFill>
                <a:latin typeface="Arial"/>
                <a:ea typeface="Arial"/>
                <a:cs typeface="Arial"/>
              </a:rPr>
              <a:t>BENEFIT</a:t>
            </a:r>
          </a:p>
        </p:txBody>
      </p:sp>
      <p:sp>
        <p:nvSpPr>
          <p:cNvPr id="18" name="Rectangle 17">
            <a:extLst>
              <a:ext uri="{FF2B5EF4-FFF2-40B4-BE49-F238E27FC236}">
                <a16:creationId xmlns:a16="http://schemas.microsoft.com/office/drawing/2014/main" id="{EC776375-DBDD-4496-8A99-ACA45F076510}"/>
              </a:ext>
            </a:extLst>
          </p:cNvPr>
          <p:cNvSpPr>
            <a:spLocks noGrp="1"/>
          </p:cNvSpPr>
          <p:nvPr/>
        </p:nvSpPr>
        <p:spPr>
          <a:xfrm>
            <a:off x="3667125" y="5067300"/>
            <a:ext cx="7477125" cy="476250"/>
          </a:xfrm>
          <a:prstGeom prst="rect">
            <a:avLst/>
          </a:prstGeom>
          <a:noFill/>
          <a:ln w="0">
            <a:noFill/>
            <a:prstDash val="solid"/>
          </a:ln>
        </p:spPr>
        <p:txBody>
          <a:bodyPr anchor="ctr"/>
          <a:lstStyle>
            <a:defPPr>
              <a:defRPr sz="1650">
                <a:solidFill>
                  <a:srgbClr val="FFFFFF"/>
                </a:solidFill>
                <a:latin typeface="Arial"/>
                <a:ea typeface="Arial"/>
                <a:cs typeface="Arial"/>
              </a:defRPr>
            </a:defPPr>
            <a:lvl1pPr>
              <a:defRPr sz="1650">
                <a:solidFill>
                  <a:srgbClr val="FFFFFF"/>
                </a:solidFill>
                <a:latin typeface="Arial"/>
                <a:ea typeface="Arial"/>
                <a:cs typeface="Arial"/>
              </a:defRPr>
            </a:lvl1pPr>
            <a:lvl2pPr>
              <a:defRPr sz="1650">
                <a:solidFill>
                  <a:srgbClr val="FFFFFF"/>
                </a:solidFill>
                <a:latin typeface="Arial"/>
                <a:ea typeface="Arial"/>
                <a:cs typeface="Arial"/>
              </a:defRPr>
            </a:lvl2pPr>
            <a:lvl3pPr>
              <a:defRPr sz="1650">
                <a:solidFill>
                  <a:srgbClr val="FFFFFF"/>
                </a:solidFill>
                <a:latin typeface="Arial"/>
                <a:ea typeface="Arial"/>
                <a:cs typeface="Arial"/>
              </a:defRPr>
            </a:lvl3pPr>
            <a:lvl4pPr>
              <a:defRPr sz="1650">
                <a:solidFill>
                  <a:srgbClr val="FFFFFF"/>
                </a:solidFill>
                <a:latin typeface="Arial"/>
                <a:ea typeface="Arial"/>
                <a:cs typeface="Arial"/>
              </a:defRPr>
            </a:lvl4pPr>
            <a:lvl5pPr>
              <a:defRPr sz="1650">
                <a:solidFill>
                  <a:srgbClr val="FFFFFF"/>
                </a:solidFill>
                <a:latin typeface="Arial"/>
                <a:ea typeface="Arial"/>
                <a:cs typeface="Arial"/>
              </a:defRPr>
            </a:lvl5pPr>
            <a:lvl6pPr>
              <a:defRPr sz="1650">
                <a:solidFill>
                  <a:srgbClr val="FFFFFF"/>
                </a:solidFill>
                <a:latin typeface="Arial"/>
                <a:ea typeface="Arial"/>
                <a:cs typeface="Arial"/>
              </a:defRPr>
            </a:lvl6pPr>
            <a:lvl7pPr>
              <a:defRPr sz="1650">
                <a:solidFill>
                  <a:srgbClr val="FFFFFF"/>
                </a:solidFill>
                <a:latin typeface="Arial"/>
                <a:ea typeface="Arial"/>
                <a:cs typeface="Arial"/>
              </a:defRPr>
            </a:lvl7pPr>
            <a:lvl8pPr>
              <a:defRPr sz="1650">
                <a:solidFill>
                  <a:srgbClr val="FFFFFF"/>
                </a:solidFill>
                <a:latin typeface="Arial"/>
                <a:ea typeface="Arial"/>
                <a:cs typeface="Arial"/>
              </a:defRPr>
            </a:lvl8pPr>
            <a:lvl9pPr>
              <a:defRPr sz="1650">
                <a:solidFill>
                  <a:srgbClr val="FFFFFF"/>
                </a:solidFill>
                <a:latin typeface="Arial"/>
                <a:ea typeface="Arial"/>
                <a:cs typeface="Arial"/>
              </a:defRPr>
            </a:lvl9pPr>
          </a:lstStyle>
          <a:p>
            <a:pPr>
              <a:defRPr sz="1650">
                <a:solidFill>
                  <a:srgbClr val="FFFFFF"/>
                </a:solidFill>
                <a:latin typeface="Arial"/>
                <a:ea typeface="Arial"/>
                <a:cs typeface="Arial"/>
              </a:defRPr>
            </a:pPr>
            <a:r>
              <a:rPr sz="1650">
                <a:solidFill>
                  <a:srgbClr val="FFFFFF"/>
                </a:solidFill>
                <a:latin typeface="Arial"/>
                <a:ea typeface="Arial"/>
                <a:cs typeface="Arial"/>
              </a:rPr>
              <a:t>What should improve for colleagues or students?</a:t>
            </a:r>
          </a:p>
        </p:txBody>
      </p:sp>
    </p:spTree>
    <p:extLst>
      <p:ext uri="{BB962C8B-B14F-4D97-AF65-F5344CB8AC3E}">
        <p14:creationId xmlns:p14="http://schemas.microsoft.com/office/powerpoint/2010/main" val="501049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9FD22E8-D2C7-467A-8EE1-5A04DE25A191}"/>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D3E140FF-9D83-49F9-AD9F-14A72634A25E}"/>
              </a:ext>
            </a:extLst>
          </p:cNvPr>
          <p:cNvSpPr>
            <a:spLocks noGrp="1"/>
          </p:cNvSpPr>
          <p:nvPr/>
        </p:nvSpPr>
        <p:spPr>
          <a:xfrm>
            <a:off x="4953000" y="1381125"/>
            <a:ext cx="6096000" cy="495300"/>
          </a:xfrm>
          <a:prstGeom prst="rect">
            <a:avLst/>
          </a:prstGeom>
          <a:noFill/>
          <a:ln w="0">
            <a:noFill/>
            <a:prstDash val="solid"/>
          </a:ln>
        </p:spPr>
        <p:txBody>
          <a:bodyPr/>
          <a:lstStyle>
            <a:defPPr>
              <a:defRPr sz="1725" b="1" spc="1">
                <a:solidFill>
                  <a:srgbClr val="003C72"/>
                </a:solidFill>
                <a:latin typeface="Arial"/>
                <a:ea typeface="Arial"/>
                <a:cs typeface="Arial"/>
              </a:defRPr>
            </a:defPPr>
            <a:lvl1pPr>
              <a:defRPr sz="1725" b="1" spc="1">
                <a:solidFill>
                  <a:srgbClr val="003C72"/>
                </a:solidFill>
                <a:latin typeface="Arial"/>
                <a:ea typeface="Arial"/>
                <a:cs typeface="Arial"/>
              </a:defRPr>
            </a:lvl1pPr>
            <a:lvl2pPr>
              <a:defRPr sz="1725" b="1" spc="1">
                <a:solidFill>
                  <a:srgbClr val="003C72"/>
                </a:solidFill>
                <a:latin typeface="Arial"/>
                <a:ea typeface="Arial"/>
                <a:cs typeface="Arial"/>
              </a:defRPr>
            </a:lvl2pPr>
            <a:lvl3pPr>
              <a:defRPr sz="1725" b="1" spc="1">
                <a:solidFill>
                  <a:srgbClr val="003C72"/>
                </a:solidFill>
                <a:latin typeface="Arial"/>
                <a:ea typeface="Arial"/>
                <a:cs typeface="Arial"/>
              </a:defRPr>
            </a:lvl3pPr>
            <a:lvl4pPr>
              <a:defRPr sz="1725" b="1" spc="1">
                <a:solidFill>
                  <a:srgbClr val="003C72"/>
                </a:solidFill>
                <a:latin typeface="Arial"/>
                <a:ea typeface="Arial"/>
                <a:cs typeface="Arial"/>
              </a:defRPr>
            </a:lvl4pPr>
            <a:lvl5pPr>
              <a:defRPr sz="1725" b="1" spc="1">
                <a:solidFill>
                  <a:srgbClr val="003C72"/>
                </a:solidFill>
                <a:latin typeface="Arial"/>
                <a:ea typeface="Arial"/>
                <a:cs typeface="Arial"/>
              </a:defRPr>
            </a:lvl5pPr>
            <a:lvl6pPr>
              <a:defRPr sz="1725" b="1" spc="1">
                <a:solidFill>
                  <a:srgbClr val="003C72"/>
                </a:solidFill>
                <a:latin typeface="Arial"/>
                <a:ea typeface="Arial"/>
                <a:cs typeface="Arial"/>
              </a:defRPr>
            </a:lvl6pPr>
            <a:lvl7pPr>
              <a:defRPr sz="1725" b="1" spc="1">
                <a:solidFill>
                  <a:srgbClr val="003C72"/>
                </a:solidFill>
                <a:latin typeface="Arial"/>
                <a:ea typeface="Arial"/>
                <a:cs typeface="Arial"/>
              </a:defRPr>
            </a:lvl7pPr>
            <a:lvl8pPr>
              <a:defRPr sz="1725" b="1" spc="1">
                <a:solidFill>
                  <a:srgbClr val="003C72"/>
                </a:solidFill>
                <a:latin typeface="Arial"/>
                <a:ea typeface="Arial"/>
                <a:cs typeface="Arial"/>
              </a:defRPr>
            </a:lvl8pPr>
            <a:lvl9pPr>
              <a:defRPr sz="1725" b="1" spc="1">
                <a:solidFill>
                  <a:srgbClr val="003C72"/>
                </a:solidFill>
                <a:latin typeface="Arial"/>
                <a:ea typeface="Arial"/>
                <a:cs typeface="Arial"/>
              </a:defRPr>
            </a:lvl9pPr>
          </a:lstStyle>
          <a:p>
            <a:pPr>
              <a:defRPr sz="1725" b="1" spc="1">
                <a:solidFill>
                  <a:srgbClr val="003C72"/>
                </a:solidFill>
                <a:latin typeface="Arial"/>
                <a:ea typeface="Arial"/>
                <a:cs typeface="Arial"/>
              </a:defRPr>
            </a:pPr>
            <a:r>
              <a:rPr sz="1725" b="1" spc="1">
                <a:solidFill>
                  <a:srgbClr val="003C72"/>
                </a:solidFill>
                <a:latin typeface="Arial"/>
                <a:ea typeface="Arial"/>
                <a:cs typeface="Arial"/>
              </a:rPr>
              <a:t>ONE SMALL TEST</a:t>
            </a:r>
          </a:p>
        </p:txBody>
      </p:sp>
      <p:sp>
        <p:nvSpPr>
          <p:cNvPr id="3" name="Rectangle 2">
            <a:extLst>
              <a:ext uri="{FF2B5EF4-FFF2-40B4-BE49-F238E27FC236}">
                <a16:creationId xmlns:a16="http://schemas.microsoft.com/office/drawing/2014/main" id="{BD63BB20-0997-41AC-8C16-C1553FB816E9}"/>
              </a:ext>
            </a:extLst>
          </p:cNvPr>
          <p:cNvSpPr>
            <a:spLocks noGrp="1"/>
          </p:cNvSpPr>
          <p:nvPr/>
        </p:nvSpPr>
        <p:spPr>
          <a:xfrm>
            <a:off x="4953000" y="2095500"/>
            <a:ext cx="6191250" cy="1476375"/>
          </a:xfrm>
          <a:prstGeom prst="rect">
            <a:avLst/>
          </a:prstGeom>
          <a:noFill/>
          <a:ln w="0">
            <a:noFill/>
            <a:prstDash val="solid"/>
          </a:ln>
        </p:spPr>
        <p:txBody>
          <a:bodyPr/>
          <a:lstStyle>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a:pPr>
              <a:defRPr sz="3600" b="1">
                <a:solidFill>
                  <a:srgbClr val="FFFFFF"/>
                </a:solidFill>
                <a:latin typeface="Arial"/>
                <a:ea typeface="Arial"/>
                <a:cs typeface="Arial"/>
              </a:defRPr>
            </a:pPr>
            <a:r>
              <a:rPr sz="3600" b="1">
                <a:solidFill>
                  <a:srgbClr val="FFFFFF"/>
                </a:solidFill>
                <a:latin typeface="Arial"/>
                <a:ea typeface="Arial"/>
                <a:cs typeface="Arial"/>
              </a:rPr>
              <a:t>Within two weeks,</a:t>
            </a:r>
          </a:p>
          <a:p>
            <a:pPr>
              <a:defRPr sz="3600" b="1">
                <a:solidFill>
                  <a:srgbClr val="FFFFFF"/>
                </a:solidFill>
                <a:latin typeface="Arial"/>
                <a:ea typeface="Arial"/>
                <a:cs typeface="Arial"/>
              </a:defRPr>
            </a:pPr>
            <a:r>
              <a:rPr sz="3600" b="1">
                <a:solidFill>
                  <a:srgbClr val="FFFFFF"/>
                </a:solidFill>
                <a:latin typeface="Arial"/>
                <a:ea typeface="Arial"/>
                <a:cs typeface="Arial"/>
              </a:rPr>
              <a:t>I will use AI to…</a:t>
            </a:r>
          </a:p>
        </p:txBody>
      </p:sp>
      <p:sp>
        <p:nvSpPr>
          <p:cNvPr id="4" name="Rectangle 3">
            <a:extLst>
              <a:ext uri="{FF2B5EF4-FFF2-40B4-BE49-F238E27FC236}">
                <a16:creationId xmlns:a16="http://schemas.microsoft.com/office/drawing/2014/main" id="{0B39C6CD-3072-4D8F-8B69-A07BB7F89151}"/>
              </a:ext>
            </a:extLst>
          </p:cNvPr>
          <p:cNvSpPr>
            <a:spLocks noGrp="1"/>
          </p:cNvSpPr>
          <p:nvPr/>
        </p:nvSpPr>
        <p:spPr>
          <a:xfrm>
            <a:off x="4953000" y="3886200"/>
            <a:ext cx="5905500" cy="38100"/>
          </a:xfrm>
          <a:prstGeom prst="rect">
            <a:avLst/>
          </a:prstGeom>
          <a:solidFill>
            <a:srgbClr val="FFFFFF"/>
          </a:solidFill>
          <a:ln w="0">
            <a:solidFill>
              <a:srgbClr val="FFFFFF"/>
            </a:solidFill>
            <a:prstDash val="solid"/>
          </a:ln>
        </p:spPr>
        <p:txBody>
          <a:bodyPr/>
          <a:lstStyle/>
          <a:p>
            <a:endParaRPr lang="en-US"/>
          </a:p>
        </p:txBody>
      </p:sp>
      <p:sp>
        <p:nvSpPr>
          <p:cNvPr id="5" name="Rectangle 4">
            <a:extLst>
              <a:ext uri="{FF2B5EF4-FFF2-40B4-BE49-F238E27FC236}">
                <a16:creationId xmlns:a16="http://schemas.microsoft.com/office/drawing/2014/main" id="{6CA30896-15AF-407A-8DFE-F50E3F490073}"/>
              </a:ext>
            </a:extLst>
          </p:cNvPr>
          <p:cNvSpPr>
            <a:spLocks noGrp="1"/>
          </p:cNvSpPr>
          <p:nvPr/>
        </p:nvSpPr>
        <p:spPr>
          <a:xfrm>
            <a:off x="4953000" y="4238625"/>
            <a:ext cx="6096000" cy="857250"/>
          </a:xfrm>
          <a:prstGeom prst="rect">
            <a:avLst/>
          </a:prstGeom>
          <a:noFill/>
          <a:ln w="0">
            <a:noFill/>
            <a:prstDash val="solid"/>
          </a:ln>
        </p:spPr>
        <p:txBody>
          <a:bodyPr/>
          <a:lstStyle>
            <a:defPPr>
              <a:defRPr sz="1950" b="1">
                <a:solidFill>
                  <a:srgbClr val="FFFFFF"/>
                </a:solidFill>
                <a:latin typeface="Arial"/>
                <a:ea typeface="Arial"/>
                <a:cs typeface="Arial"/>
              </a:defRPr>
            </a:defPPr>
            <a:lvl1pPr>
              <a:defRPr sz="1950" b="1">
                <a:solidFill>
                  <a:srgbClr val="FFFFFF"/>
                </a:solidFill>
                <a:latin typeface="Arial"/>
                <a:ea typeface="Arial"/>
                <a:cs typeface="Arial"/>
              </a:defRPr>
            </a:lvl1pPr>
            <a:lvl2pPr>
              <a:defRPr sz="1950" b="1">
                <a:solidFill>
                  <a:srgbClr val="FFFFFF"/>
                </a:solidFill>
                <a:latin typeface="Arial"/>
                <a:ea typeface="Arial"/>
                <a:cs typeface="Arial"/>
              </a:defRPr>
            </a:lvl2pPr>
            <a:lvl3pPr>
              <a:defRPr sz="1950" b="1">
                <a:solidFill>
                  <a:srgbClr val="FFFFFF"/>
                </a:solidFill>
                <a:latin typeface="Arial"/>
                <a:ea typeface="Arial"/>
                <a:cs typeface="Arial"/>
              </a:defRPr>
            </a:lvl3pPr>
            <a:lvl4pPr>
              <a:defRPr sz="1950" b="1">
                <a:solidFill>
                  <a:srgbClr val="FFFFFF"/>
                </a:solidFill>
                <a:latin typeface="Arial"/>
                <a:ea typeface="Arial"/>
                <a:cs typeface="Arial"/>
              </a:defRPr>
            </a:lvl4pPr>
            <a:lvl5pPr>
              <a:defRPr sz="1950" b="1">
                <a:solidFill>
                  <a:srgbClr val="FFFFFF"/>
                </a:solidFill>
                <a:latin typeface="Arial"/>
                <a:ea typeface="Arial"/>
                <a:cs typeface="Arial"/>
              </a:defRPr>
            </a:lvl5pPr>
            <a:lvl6pPr>
              <a:defRPr sz="1950" b="1">
                <a:solidFill>
                  <a:srgbClr val="FFFFFF"/>
                </a:solidFill>
                <a:latin typeface="Arial"/>
                <a:ea typeface="Arial"/>
                <a:cs typeface="Arial"/>
              </a:defRPr>
            </a:lvl6pPr>
            <a:lvl7pPr>
              <a:defRPr sz="1950" b="1">
                <a:solidFill>
                  <a:srgbClr val="FFFFFF"/>
                </a:solidFill>
                <a:latin typeface="Arial"/>
                <a:ea typeface="Arial"/>
                <a:cs typeface="Arial"/>
              </a:defRPr>
            </a:lvl7pPr>
            <a:lvl8pPr>
              <a:defRPr sz="1950" b="1">
                <a:solidFill>
                  <a:srgbClr val="FFFFFF"/>
                </a:solidFill>
                <a:latin typeface="Arial"/>
                <a:ea typeface="Arial"/>
                <a:cs typeface="Arial"/>
              </a:defRPr>
            </a:lvl8pPr>
            <a:lvl9pPr>
              <a:defRPr sz="1950" b="1">
                <a:solidFill>
                  <a:srgbClr val="FFFFFF"/>
                </a:solidFill>
                <a:latin typeface="Arial"/>
                <a:ea typeface="Arial"/>
                <a:cs typeface="Arial"/>
              </a:defRPr>
            </a:lvl9pPr>
          </a:lstStyle>
          <a:p>
            <a:pPr>
              <a:defRPr sz="1950" b="1">
                <a:solidFill>
                  <a:srgbClr val="FFFFFF"/>
                </a:solidFill>
                <a:latin typeface="Arial"/>
                <a:ea typeface="Arial"/>
                <a:cs typeface="Arial"/>
              </a:defRPr>
            </a:pPr>
            <a:r>
              <a:rPr sz="1950" b="1">
                <a:solidFill>
                  <a:srgbClr val="FFFFFF"/>
                </a:solidFill>
                <a:latin typeface="Arial"/>
                <a:ea typeface="Arial"/>
                <a:cs typeface="Arial"/>
              </a:rPr>
              <a:t>Start small. Check the output.</a:t>
            </a:r>
          </a:p>
          <a:p>
            <a:pPr>
              <a:defRPr sz="1950" b="1">
                <a:solidFill>
                  <a:srgbClr val="FFFFFF"/>
                </a:solidFill>
                <a:latin typeface="Arial"/>
                <a:ea typeface="Arial"/>
                <a:cs typeface="Arial"/>
              </a:defRPr>
            </a:pPr>
            <a:r>
              <a:rPr sz="1950" b="1">
                <a:solidFill>
                  <a:srgbClr val="FFFFFF"/>
                </a:solidFill>
                <a:latin typeface="Arial"/>
                <a:ea typeface="Arial"/>
                <a:cs typeface="Arial"/>
              </a:rPr>
              <a:t>Keep the human accountable.</a:t>
            </a:r>
          </a:p>
        </p:txBody>
      </p:sp>
      <p:sp>
        <p:nvSpPr>
          <p:cNvPr id="6" name="Rectangle 5">
            <a:extLst>
              <a:ext uri="{FF2B5EF4-FFF2-40B4-BE49-F238E27FC236}">
                <a16:creationId xmlns:a16="http://schemas.microsoft.com/office/drawing/2014/main" id="{89F33DEA-AE77-4DE0-B0C1-F6D949F81343}"/>
              </a:ext>
            </a:extLst>
          </p:cNvPr>
          <p:cNvSpPr>
            <a:spLocks noGrp="1"/>
          </p:cNvSpPr>
          <p:nvPr/>
        </p:nvSpPr>
        <p:spPr>
          <a:xfrm>
            <a:off x="4953000" y="5476875"/>
            <a:ext cx="6096000" cy="381000"/>
          </a:xfrm>
          <a:prstGeom prst="rect">
            <a:avLst/>
          </a:prstGeom>
          <a:noFill/>
          <a:ln w="0">
            <a:noFill/>
            <a:prstDash val="solid"/>
          </a:ln>
        </p:spPr>
        <p:txBody>
          <a:bodyPr/>
          <a:lstStyle>
            <a:defPPr>
              <a:defRPr sz="1575">
                <a:solidFill>
                  <a:srgbClr val="003C72"/>
                </a:solidFill>
                <a:latin typeface="Arial"/>
                <a:ea typeface="Arial"/>
                <a:cs typeface="Arial"/>
              </a:defRPr>
            </a:defPPr>
            <a:lvl1pPr>
              <a:defRPr sz="1575">
                <a:solidFill>
                  <a:srgbClr val="003C72"/>
                </a:solidFill>
                <a:latin typeface="Arial"/>
                <a:ea typeface="Arial"/>
                <a:cs typeface="Arial"/>
              </a:defRPr>
            </a:lvl1pPr>
            <a:lvl2pPr>
              <a:defRPr sz="1575">
                <a:solidFill>
                  <a:srgbClr val="003C72"/>
                </a:solidFill>
                <a:latin typeface="Arial"/>
                <a:ea typeface="Arial"/>
                <a:cs typeface="Arial"/>
              </a:defRPr>
            </a:lvl2pPr>
            <a:lvl3pPr>
              <a:defRPr sz="1575">
                <a:solidFill>
                  <a:srgbClr val="003C72"/>
                </a:solidFill>
                <a:latin typeface="Arial"/>
                <a:ea typeface="Arial"/>
                <a:cs typeface="Arial"/>
              </a:defRPr>
            </a:lvl3pPr>
            <a:lvl4pPr>
              <a:defRPr sz="1575">
                <a:solidFill>
                  <a:srgbClr val="003C72"/>
                </a:solidFill>
                <a:latin typeface="Arial"/>
                <a:ea typeface="Arial"/>
                <a:cs typeface="Arial"/>
              </a:defRPr>
            </a:lvl4pPr>
            <a:lvl5pPr>
              <a:defRPr sz="1575">
                <a:solidFill>
                  <a:srgbClr val="003C72"/>
                </a:solidFill>
                <a:latin typeface="Arial"/>
                <a:ea typeface="Arial"/>
                <a:cs typeface="Arial"/>
              </a:defRPr>
            </a:lvl5pPr>
            <a:lvl6pPr>
              <a:defRPr sz="1575">
                <a:solidFill>
                  <a:srgbClr val="003C72"/>
                </a:solidFill>
                <a:latin typeface="Arial"/>
                <a:ea typeface="Arial"/>
                <a:cs typeface="Arial"/>
              </a:defRPr>
            </a:lvl6pPr>
            <a:lvl7pPr>
              <a:defRPr sz="1575">
                <a:solidFill>
                  <a:srgbClr val="003C72"/>
                </a:solidFill>
                <a:latin typeface="Arial"/>
                <a:ea typeface="Arial"/>
                <a:cs typeface="Arial"/>
              </a:defRPr>
            </a:lvl7pPr>
            <a:lvl8pPr>
              <a:defRPr sz="1575">
                <a:solidFill>
                  <a:srgbClr val="003C72"/>
                </a:solidFill>
                <a:latin typeface="Arial"/>
                <a:ea typeface="Arial"/>
                <a:cs typeface="Arial"/>
              </a:defRPr>
            </a:lvl8pPr>
            <a:lvl9pPr>
              <a:defRPr sz="1575">
                <a:solidFill>
                  <a:srgbClr val="003C72"/>
                </a:solidFill>
                <a:latin typeface="Arial"/>
                <a:ea typeface="Arial"/>
                <a:cs typeface="Arial"/>
              </a:defRPr>
            </a:lvl9pPr>
          </a:lstStyle>
          <a:p>
            <a:pPr>
              <a:defRPr sz="1575">
                <a:solidFill>
                  <a:srgbClr val="003C72"/>
                </a:solidFill>
                <a:latin typeface="Arial"/>
                <a:ea typeface="Arial"/>
                <a:cs typeface="Arial"/>
              </a:defRPr>
            </a:pPr>
            <a:r>
              <a:rPr sz="1575">
                <a:solidFill>
                  <a:srgbClr val="003C72"/>
                </a:solidFill>
                <a:latin typeface="Arial"/>
                <a:ea typeface="Arial"/>
                <a:cs typeface="Arial"/>
              </a:rPr>
              <a:t>Thank you</a:t>
            </a:r>
          </a:p>
        </p:txBody>
      </p:sp>
    </p:spTree>
    <p:extLst>
      <p:ext uri="{BB962C8B-B14F-4D97-AF65-F5344CB8AC3E}">
        <p14:creationId xmlns:p14="http://schemas.microsoft.com/office/powerpoint/2010/main" val="2609607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TotalTime>
  <Words>3286</Words>
  <Application>Microsoft Office PowerPoint</Application>
  <DocSecurity>0</DocSecurity>
  <PresentationFormat>Widescreen</PresentationFormat>
  <Paragraphs>439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Yolanda J. Gonzalez</cp:lastModifiedBy>
  <cp:revision>2</cp:revision>
  <dcterms:created xsi:type="dcterms:W3CDTF">2026-10-22T14:27:01Z</dcterms:created>
  <dcterms:modified xsi:type="dcterms:W3CDTF">2026-10-23T18:17:18Z</dcterms:modified>
</cp:coreProperties>
</file>