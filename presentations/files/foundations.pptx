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by defining large language models. Open with the poll on slide 3. Most of this room used AI this week; starting at "what is an LLM" loses the people you most need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in the first two minutes. It is the difference between a room that engages and a room that waits you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your own pre-work survey numbers here too — especially "have you put student information into an AI tool." Report it flatly. It always comes back higher than people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deeper. Nobody needs tokens or transformers. They need to predict failure, and "it produces plausible text"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columns aloud so the room hears they are identical. This is the slide that reorganises people's intuition — slow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the room has tried the first three. Naming them without mockery is what makes this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room sort their own pre-work answers into these three columns on the board. Their tasks, not your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should be able to recite these three by the end of the course. It is the only thing on the exit slip.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where that line is in their own job — the message where drafting with AI is fine, and the one where it is not. Then be quiet. The discomfort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each live with a before and after. Do not put examples on slides — the room needs to watch the output change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parts are doing the work. They will name the frustration line, and they are right — audience emotional state changes the output more than almost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treat every prompt as a fresh vending-machine transaction. Learning to argue with the output is the biggest practical upgrade in this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FERPA enforcement — no private right of action per Gonzaga v. Doe, and ED has never withdrawn funding. Overstating it costs you the room. GLBA is where the real exposure sits.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this on MCC's own Data Classification vocabulary before teaching it. Using tier names the institution already owns makes adoption dramatically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well-known assistant changed its consumer terms in 2025 so consumer chats can train the model unless the user declines — while its Team, Enterprise and Education tiers stayed exempt. Same company, same model, opposite data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Texas also has TRAIGA, effective January 2026 — but its government-entity provisions likely do not reach MCC, since institutions of higher education are excluded from the definition. Do not teach those as binding, and do not assert a training mandate General Counsel has not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B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MCLENNAN COMMUNITY COLLEGE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Leveraging AI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914400" y="3310128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5C6E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MCC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914400" y="470916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 ·  Tier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13892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Gonzalez, JD/MBA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65960"/>
            <a:ext cx="9814255" cy="1678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here is</a:t>
            </a:r>
            <a:endParaRPr lang="en-US" sz="5200" dirty="0"/>
          </a:p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starting from zero.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3955288"/>
            <a:ext cx="8716975" cy="2034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you have used these tools daily for two years. Some have used them twice. Both are welcome, and neither is behind.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YOU ARE ACTUALLY 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Almost everyone here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uses AI for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used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work, in the past six months.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it daily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users — every working day.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personal accounts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Non-institutional tools, unsanctioned.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know the rules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Unaware of their institution's AI policy.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EDUCAUSE, "The Impact of AI on Work in Higher Education," January 2026 · n = 1,960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65960"/>
            <a:ext cx="9814255" cy="1501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336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not a class about</a:t>
            </a:r>
            <a:endParaRPr lang="en-US" sz="4600" dirty="0"/>
          </a:p>
          <a:p>
            <a:pPr indent="0" marL="0">
              <a:lnSpc>
                <a:spcPts val="5336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whether we adopt AI.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778504"/>
            <a:ext cx="8716975" cy="2210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decision was made without a meeting. This is a class about doing it on purpose.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this thing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actually is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— enough to predict when it will fail you.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predicts the next word.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982"/>
              </a:lnSpc>
              <a:buNone/>
            </a:pPr>
            <a:r>
              <a:rPr lang="en-US" sz="21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mechanism. Not retrieval from a database. Not reasoning from known facts. Prediction of the most plausible continuation of your text.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wrong answer and a right answer are produced by exactly the same process — and they arrive looking exactly the same.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Fluency and accuracy are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 dials.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of them is turned up.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D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JUDGE A PERSON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Confidence. Fluency. Specific detail. Correct jargon. A well-formed citation. Answering without hesitating.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7308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OPTIMIZES FOR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347308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Confidence. Fluency. Specific detail. Correct jargon. A well-formed citation. Answering without hesitating.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737360"/>
            <a:ext cx="9814255" cy="209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error detection was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humans.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does not transfer.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4139184"/>
            <a:ext cx="8716975" cy="1850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fabricated citation looks more like a real citation than most real citations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MOVE THAT FAILS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"Please be accurate"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not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48716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"Only use real sources."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822448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style of the citations, not whether they exist.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8132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45389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"Say I don't know if you don't know."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78917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how often it hedges. It cannot know what it does not know.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44804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442061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"Be accurate. This is important."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75589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tone. There is no accuracy setting behind 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7F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it the document. Then check the output.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plus your verification. That is where accuracy comes from.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PREDICT TROUBLE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shape of the task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tells you the risk.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have the facts.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shapes them.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this email. Turn these notes into an outline.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tone and completeness.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supply the source.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processes it.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36338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this document. Pull out the deadlines.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the source, every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are asking AI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supply the facts.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158277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our policy on X? When is the deadline for Y?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everything — or do not ask.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9814255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question is never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"is AI accurate."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3582416"/>
            <a:ext cx="8716975" cy="2406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is: am I asking it to shape information I already have, or to invent information I do not?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TAKEAWAY FROM SESSION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three-question check.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would make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wrong?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you go looking. Predicting the error is how you find 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36338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did this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 from?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fact, number, name and citation traced to a source you can open. If you cannot open it, it does not exist.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158277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accountable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it is wrong?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are. Your name is on it, your judgment is in it, and the tool is not a co-signer.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· FEBRUARY 2023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failure actually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looks like.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4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sent a campus-wide condolence message about the shooting at Michigan State. It had been generated by ChatGPT — and the attribution line was still in the sent email. Two administrators stepped back from their roles.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data disclosed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record moved anywhere.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36338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36338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law broken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36338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regulation applied. Nothing to report.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58277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58277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Judgment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58277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damaging AI incident that year.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February 22, 2023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TWO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Prompting as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 skill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moves, one habit, and knowing when to stop.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moves that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reliably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Context it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have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your audience is already annoyed about this policy, or that the deadline moved twice.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630854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example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good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sample of your actual voice beats three paragraphs describing it.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47308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Audience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role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this to a first-semester student" and "to the VP of Finance" produce different documents.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63761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Constrain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output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format, what to leave out. "Three bullets, no preamble" removes most of what people dislike.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REQUEST, TWICE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Forty seconds of context.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an email about the new travel reimbursement process."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7308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47308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a department coordinator at a Texas community college. I need to email 40 faculty about a change to travel reimbursement — receipts now go through a portal instead of paper forms. This is the third process change this year and people are frustrated. Short, matter-of-fact, no corporate cheerfulness, with the three steps they have to do. Under 150 words."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ALMOST NOBODY TRIES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rewrite the prompt.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Talk back to the output.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5351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92608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for what you want. Then read it properly.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326136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one specific thing that is wrong — not "it is bad."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98526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95782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 to the output. Do not re-specify.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4293108"/>
            <a:ext cx="908273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second paragraph is too formal. And you invented a deadline — remove it."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28370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525627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it to critique itself, then decide if you agree.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559155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weakest part of this for frustrated adjunct faculty?"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STOP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the prompt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not the problem.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needs facts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MCC has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 retrieves our catalog language. Give it the document.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judgment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the job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30854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appeal. A performance conversation. Decide first.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Checking costs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doing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47308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verifying takes longer than writing it, you have lost.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9D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would lose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skill you need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063761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juniors stop building judgment through the work, the pipeline weakens.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De-skilling concern documented in Ithaka S+R, "AI Adoption in Research Administration," 2025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THREE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MCC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line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with real consequences — and the one to get right.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GOVERNS WHAT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regimes, in plain language.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20370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17627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 — student education records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51155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Grades, rosters, advising notes, conduct records, transcripts.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06471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2979039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 and the FTC Safeguards Rule — financial aid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314319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data, ISIRs, SSNs. Enforceable since 2023. Reaches Title IV.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80923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378180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Health, counseling and disability documentation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11708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category itself the stop sign, not the statute.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612005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4584573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Title IX, conduct and HR investigations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4919853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stop. No drafting, no summarizing, no AI notetakers.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F5E0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Personnel and HR data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FERPA, still sensitive. Student-employee records ARE education records.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9814255" cy="250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FERPA's worst case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a letter.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GLBA's reaches our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ability to disburse aid.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Green, yellow, red.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ANY TOOL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public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catalog and marketing text. Public policy language. Generic drafting with no institutional data.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LICENSED TOOLS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Internal, not personal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36338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procedures, agendas, internal communications, planning documents, aggregate enrolment. Signed in with your MCC account.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NO AI TOOL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58277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 · financial aid · health and disability · Title IX, conduct and HR · personnel files · SSNs · credentials · legal hold.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in doubt, it is red.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9814255" cy="238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 did not sign in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your MCC account,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 it as publishing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the open internet.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distinction is never the brand. It is the contract — and protection attaches to the authenticated session, not the logo on the page.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notetakers.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33172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Otter. Teams recap. Zoom AI Companion. Read.ai. Anything that joins a meeting and starts transcribing.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9448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Never in an advising, counseling, Title IX, conduct, HR investigation or grievance meeting.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407408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exceptions without written authorization from the Title IX Coordinator or General Counsel.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51206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highest-frequency accidental disclosure in higher education right now — because it attaches without anyone deciding to use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 prompts are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probably public records.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is a governmental body. Prompts and outputs created in the course of official business are very likely public information under Government Code Chapter 552, and subject to records retention.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8899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personal account does not take the record out of reach. It just makes it harder to produce — and adds a records-management problem on top.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285232"/>
            <a:ext cx="99971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every prompt as though it could be printed in the Waco Tribune-Herald.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ONE COMPLETE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are leaving with.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mental model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predicts plausible text. Fluency and accuracy are separate dials. The shape of the task tells you the risk.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questions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this wrong? Where did it come from? Who is accountable? (You are.)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yellow, red. The sign-in check. No notetakers in the hard rooms. When in doubt, it is red.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4068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exit artifact: three tasks classified by risk and by data line · your time-audit task, before and after · and one behavior you are changing, in one sentence.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McLennan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AI at MCC — Foundations</dc:title>
  <dc:subject>Staff and faculty professional development, Tier 1</dc:subject>
  <dc:creator>Ted Gonzalez, JD/MBA</dc:creator>
  <cp:lastModifiedBy>Ted Gonzalez, JD/MBA</cp:lastModifiedBy>
  <cp:revision>1</cp:revision>
  <dcterms:created xsi:type="dcterms:W3CDTF">2026-08-04T14:20:57Z</dcterms:created>
  <dcterms:modified xsi:type="dcterms:W3CDTF">2026-08-04T14:20:57Z</dcterms:modified>
</cp:coreProperties>
</file>